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877" y="5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lee | 李偉業" userId="6c244122-639b-46c7-89e7-65580ed84063" providerId="ADAL" clId="{3A6E6D86-BD1E-824A-AF47-FB01C6F102FE}"/>
    <pc:docChg chg="undo custSel addSld delSld modSld">
      <pc:chgData name="Jefflee | 李偉業" userId="6c244122-639b-46c7-89e7-65580ed84063" providerId="ADAL" clId="{3A6E6D86-BD1E-824A-AF47-FB01C6F102FE}" dt="2023-05-08T03:23:35.307" v="1308" actId="1076"/>
      <pc:docMkLst>
        <pc:docMk/>
      </pc:docMkLst>
      <pc:sldChg chg="modSp mod">
        <pc:chgData name="Jefflee | 李偉業" userId="6c244122-639b-46c7-89e7-65580ed84063" providerId="ADAL" clId="{3A6E6D86-BD1E-824A-AF47-FB01C6F102FE}" dt="2023-05-04T08:02:05.938" v="61" actId="20577"/>
        <pc:sldMkLst>
          <pc:docMk/>
          <pc:sldMk cId="2780240321" sldId="258"/>
        </pc:sldMkLst>
        <pc:spChg chg="mod">
          <ac:chgData name="Jefflee | 李偉業" userId="6c244122-639b-46c7-89e7-65580ed84063" providerId="ADAL" clId="{3A6E6D86-BD1E-824A-AF47-FB01C6F102FE}" dt="2023-05-04T08:02:05.938" v="61" actId="20577"/>
          <ac:spMkLst>
            <pc:docMk/>
            <pc:sldMk cId="2780240321" sldId="258"/>
            <ac:spMk id="2" creationId="{0ACDCB6A-B60F-D7DA-4786-C8D09DDF0869}"/>
          </ac:spMkLst>
        </pc:spChg>
        <pc:spChg chg="mod">
          <ac:chgData name="Jefflee | 李偉業" userId="6c244122-639b-46c7-89e7-65580ed84063" providerId="ADAL" clId="{3A6E6D86-BD1E-824A-AF47-FB01C6F102FE}" dt="2023-05-04T08:02:00.359" v="57" actId="20577"/>
          <ac:spMkLst>
            <pc:docMk/>
            <pc:sldMk cId="2780240321" sldId="258"/>
            <ac:spMk id="6" creationId="{3236851F-D64D-7DC3-5D9C-14BC9D32B028}"/>
          </ac:spMkLst>
        </pc:spChg>
      </pc:sldChg>
      <pc:sldChg chg="del">
        <pc:chgData name="Jefflee | 李偉業" userId="6c244122-639b-46c7-89e7-65580ed84063" providerId="ADAL" clId="{3A6E6D86-BD1E-824A-AF47-FB01C6F102FE}" dt="2023-05-04T08:40:20.475" v="1269" actId="2696"/>
        <pc:sldMkLst>
          <pc:docMk/>
          <pc:sldMk cId="2777840094" sldId="259"/>
        </pc:sldMkLst>
      </pc:sldChg>
      <pc:sldChg chg="del">
        <pc:chgData name="Jefflee | 李偉業" userId="6c244122-639b-46c7-89e7-65580ed84063" providerId="ADAL" clId="{3A6E6D86-BD1E-824A-AF47-FB01C6F102FE}" dt="2023-05-04T08:40:20.478" v="1270" actId="2696"/>
        <pc:sldMkLst>
          <pc:docMk/>
          <pc:sldMk cId="1922971455" sldId="260"/>
        </pc:sldMkLst>
      </pc:sldChg>
      <pc:sldChg chg="del">
        <pc:chgData name="Jefflee | 李偉業" userId="6c244122-639b-46c7-89e7-65580ed84063" providerId="ADAL" clId="{3A6E6D86-BD1E-824A-AF47-FB01C6F102FE}" dt="2023-05-04T08:40:20.480" v="1271" actId="2696"/>
        <pc:sldMkLst>
          <pc:docMk/>
          <pc:sldMk cId="2696421501" sldId="261"/>
        </pc:sldMkLst>
      </pc:sldChg>
      <pc:sldChg chg="del">
        <pc:chgData name="Jefflee | 李偉業" userId="6c244122-639b-46c7-89e7-65580ed84063" providerId="ADAL" clId="{3A6E6D86-BD1E-824A-AF47-FB01C6F102FE}" dt="2023-05-04T08:40:20.490" v="1275" actId="2696"/>
        <pc:sldMkLst>
          <pc:docMk/>
          <pc:sldMk cId="2538418561" sldId="267"/>
        </pc:sldMkLst>
      </pc:sldChg>
      <pc:sldChg chg="del">
        <pc:chgData name="Jefflee | 李偉業" userId="6c244122-639b-46c7-89e7-65580ed84063" providerId="ADAL" clId="{3A6E6D86-BD1E-824A-AF47-FB01C6F102FE}" dt="2023-05-04T08:40:20.500" v="1277" actId="2696"/>
        <pc:sldMkLst>
          <pc:docMk/>
          <pc:sldMk cId="752283684" sldId="268"/>
        </pc:sldMkLst>
      </pc:sldChg>
      <pc:sldChg chg="del">
        <pc:chgData name="Jefflee | 李偉業" userId="6c244122-639b-46c7-89e7-65580ed84063" providerId="ADAL" clId="{3A6E6D86-BD1E-824A-AF47-FB01C6F102FE}" dt="2023-05-04T08:40:20.502" v="1278" actId="2696"/>
        <pc:sldMkLst>
          <pc:docMk/>
          <pc:sldMk cId="326467712" sldId="269"/>
        </pc:sldMkLst>
      </pc:sldChg>
      <pc:sldChg chg="del">
        <pc:chgData name="Jefflee | 李偉業" userId="6c244122-639b-46c7-89e7-65580ed84063" providerId="ADAL" clId="{3A6E6D86-BD1E-824A-AF47-FB01C6F102FE}" dt="2023-05-04T08:40:20.486" v="1273" actId="2696"/>
        <pc:sldMkLst>
          <pc:docMk/>
          <pc:sldMk cId="3795123295" sldId="270"/>
        </pc:sldMkLst>
      </pc:sldChg>
      <pc:sldChg chg="del">
        <pc:chgData name="Jefflee | 李偉業" userId="6c244122-639b-46c7-89e7-65580ed84063" providerId="ADAL" clId="{3A6E6D86-BD1E-824A-AF47-FB01C6F102FE}" dt="2023-05-04T08:40:20.484" v="1272" actId="2696"/>
        <pc:sldMkLst>
          <pc:docMk/>
          <pc:sldMk cId="3955797541" sldId="271"/>
        </pc:sldMkLst>
      </pc:sldChg>
      <pc:sldChg chg="del">
        <pc:chgData name="Jefflee | 李偉業" userId="6c244122-639b-46c7-89e7-65580ed84063" providerId="ADAL" clId="{3A6E6D86-BD1E-824A-AF47-FB01C6F102FE}" dt="2023-05-04T08:40:20.488" v="1274" actId="2696"/>
        <pc:sldMkLst>
          <pc:docMk/>
          <pc:sldMk cId="2324378138" sldId="272"/>
        </pc:sldMkLst>
      </pc:sldChg>
      <pc:sldChg chg="del">
        <pc:chgData name="Jefflee | 李偉業" userId="6c244122-639b-46c7-89e7-65580ed84063" providerId="ADAL" clId="{3A6E6D86-BD1E-824A-AF47-FB01C6F102FE}" dt="2023-05-04T08:40:20.498" v="1276" actId="2696"/>
        <pc:sldMkLst>
          <pc:docMk/>
          <pc:sldMk cId="1850229503" sldId="273"/>
        </pc:sldMkLst>
      </pc:sldChg>
      <pc:sldChg chg="del">
        <pc:chgData name="Jefflee | 李偉業" userId="6c244122-639b-46c7-89e7-65580ed84063" providerId="ADAL" clId="{3A6E6D86-BD1E-824A-AF47-FB01C6F102FE}" dt="2023-05-04T08:40:20.504" v="1279" actId="2696"/>
        <pc:sldMkLst>
          <pc:docMk/>
          <pc:sldMk cId="3426059741" sldId="274"/>
        </pc:sldMkLst>
      </pc:sldChg>
      <pc:sldChg chg="addSp delSp modSp add mod">
        <pc:chgData name="Jefflee | 李偉業" userId="6c244122-639b-46c7-89e7-65580ed84063" providerId="ADAL" clId="{3A6E6D86-BD1E-824A-AF47-FB01C6F102FE}" dt="2023-05-04T08:42:11.326" v="1303" actId="1440"/>
        <pc:sldMkLst>
          <pc:docMk/>
          <pc:sldMk cId="1657192633" sldId="275"/>
        </pc:sldMkLst>
        <pc:spChg chg="add del mod">
          <ac:chgData name="Jefflee | 李偉業" userId="6c244122-639b-46c7-89e7-65580ed84063" providerId="ADAL" clId="{3A6E6D86-BD1E-824A-AF47-FB01C6F102FE}" dt="2023-05-04T08:08:19.105" v="234" actId="478"/>
          <ac:spMkLst>
            <pc:docMk/>
            <pc:sldMk cId="1657192633" sldId="275"/>
            <ac:spMk id="5" creationId="{9B0B8023-3078-6CFA-D93B-188C605B0A6C}"/>
          </ac:spMkLst>
        </pc:spChg>
        <pc:spChg chg="add mod">
          <ac:chgData name="Jefflee | 李偉業" userId="6c244122-639b-46c7-89e7-65580ed84063" providerId="ADAL" clId="{3A6E6D86-BD1E-824A-AF47-FB01C6F102FE}" dt="2023-05-04T08:08:19.935" v="235"/>
          <ac:spMkLst>
            <pc:docMk/>
            <pc:sldMk cId="1657192633" sldId="275"/>
            <ac:spMk id="6" creationId="{8E3807BF-A0FD-B238-41C3-AFD17F3FB215}"/>
          </ac:spMkLst>
        </pc:spChg>
        <pc:spChg chg="del mod">
          <ac:chgData name="Jefflee | 李偉業" userId="6c244122-639b-46c7-89e7-65580ed84063" providerId="ADAL" clId="{3A6E6D86-BD1E-824A-AF47-FB01C6F102FE}" dt="2023-05-04T08:05:44.012" v="103" actId="931"/>
          <ac:spMkLst>
            <pc:docMk/>
            <pc:sldMk cId="1657192633" sldId="275"/>
            <ac:spMk id="7" creationId="{3A21DD9E-A626-935E-01F2-47568DFE2A9C}"/>
          </ac:spMkLst>
        </pc:spChg>
        <pc:spChg chg="del mod">
          <ac:chgData name="Jefflee | 李偉業" userId="6c244122-639b-46c7-89e7-65580ed84063" providerId="ADAL" clId="{3A6E6D86-BD1E-824A-AF47-FB01C6F102FE}" dt="2023-05-04T08:08:14.177" v="233" actId="478"/>
          <ac:spMkLst>
            <pc:docMk/>
            <pc:sldMk cId="1657192633" sldId="275"/>
            <ac:spMk id="8" creationId="{E674A28F-AE3A-CA34-2EAD-BF16A2480FF9}"/>
          </ac:spMkLst>
        </pc:spChg>
        <pc:spChg chg="add mod">
          <ac:chgData name="Jefflee | 李偉業" userId="6c244122-639b-46c7-89e7-65580ed84063" providerId="ADAL" clId="{3A6E6D86-BD1E-824A-AF47-FB01C6F102FE}" dt="2023-05-04T08:09:31.482" v="326" actId="1076"/>
          <ac:spMkLst>
            <pc:docMk/>
            <pc:sldMk cId="1657192633" sldId="275"/>
            <ac:spMk id="9" creationId="{4B0E988B-660B-8270-CE2F-216E50C5E34F}"/>
          </ac:spMkLst>
        </pc:spChg>
        <pc:picChg chg="add mod">
          <ac:chgData name="Jefflee | 李偉業" userId="6c244122-639b-46c7-89e7-65580ed84063" providerId="ADAL" clId="{3A6E6D86-BD1E-824A-AF47-FB01C6F102FE}" dt="2023-05-04T08:42:11.326" v="1303" actId="1440"/>
          <ac:picMkLst>
            <pc:docMk/>
            <pc:sldMk cId="1657192633" sldId="275"/>
            <ac:picMk id="3" creationId="{78F4FBFF-4D88-3945-8D39-6FECCDC0EBEC}"/>
          </ac:picMkLst>
        </pc:picChg>
      </pc:sldChg>
      <pc:sldChg chg="new del">
        <pc:chgData name="Jefflee | 李偉業" userId="6c244122-639b-46c7-89e7-65580ed84063" providerId="ADAL" clId="{3A6E6D86-BD1E-824A-AF47-FB01C6F102FE}" dt="2023-05-04T08:04:08.250" v="63" actId="2696"/>
        <pc:sldMkLst>
          <pc:docMk/>
          <pc:sldMk cId="2261172085" sldId="275"/>
        </pc:sldMkLst>
      </pc:sldChg>
      <pc:sldChg chg="modSp add del mod">
        <pc:chgData name="Jefflee | 李偉業" userId="6c244122-639b-46c7-89e7-65580ed84063" providerId="ADAL" clId="{3A6E6D86-BD1E-824A-AF47-FB01C6F102FE}" dt="2023-05-04T08:09:37.923" v="327" actId="2696"/>
        <pc:sldMkLst>
          <pc:docMk/>
          <pc:sldMk cId="274227537" sldId="276"/>
        </pc:sldMkLst>
        <pc:spChg chg="mod">
          <ac:chgData name="Jefflee | 李偉業" userId="6c244122-639b-46c7-89e7-65580ed84063" providerId="ADAL" clId="{3A6E6D86-BD1E-824A-AF47-FB01C6F102FE}" dt="2023-05-04T08:08:01.743" v="232" actId="20577"/>
          <ac:spMkLst>
            <pc:docMk/>
            <pc:sldMk cId="274227537" sldId="276"/>
            <ac:spMk id="8" creationId="{E674A28F-AE3A-CA34-2EAD-BF16A2480FF9}"/>
          </ac:spMkLst>
        </pc:spChg>
        <pc:picChg chg="mod">
          <ac:chgData name="Jefflee | 李偉業" userId="6c244122-639b-46c7-89e7-65580ed84063" providerId="ADAL" clId="{3A6E6D86-BD1E-824A-AF47-FB01C6F102FE}" dt="2023-05-04T08:07:26.153" v="153" actId="14100"/>
          <ac:picMkLst>
            <pc:docMk/>
            <pc:sldMk cId="274227537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2:05.430" v="1302" actId="1440"/>
        <pc:sldMkLst>
          <pc:docMk/>
          <pc:sldMk cId="482324642" sldId="276"/>
        </pc:sldMkLst>
        <pc:spChg chg="mod">
          <ac:chgData name="Jefflee | 李偉業" userId="6c244122-639b-46c7-89e7-65580ed84063" providerId="ADAL" clId="{3A6E6D86-BD1E-824A-AF47-FB01C6F102FE}" dt="2023-05-04T08:10:43.690" v="392" actId="12"/>
          <ac:spMkLst>
            <pc:docMk/>
            <pc:sldMk cId="482324642" sldId="276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2:05.430" v="1302" actId="1440"/>
          <ac:picMkLst>
            <pc:docMk/>
            <pc:sldMk cId="482324642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58.702" v="1301" actId="1440"/>
        <pc:sldMkLst>
          <pc:docMk/>
          <pc:sldMk cId="370234414" sldId="277"/>
        </pc:sldMkLst>
        <pc:spChg chg="mod">
          <ac:chgData name="Jefflee | 李偉業" userId="6c244122-639b-46c7-89e7-65580ed84063" providerId="ADAL" clId="{3A6E6D86-BD1E-824A-AF47-FB01C6F102FE}" dt="2023-05-04T08:21:07.821" v="567" actId="12"/>
          <ac:spMkLst>
            <pc:docMk/>
            <pc:sldMk cId="370234414" sldId="277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8.702" v="1301" actId="1440"/>
          <ac:picMkLst>
            <pc:docMk/>
            <pc:sldMk cId="370234414" sldId="277"/>
            <ac:picMk id="3" creationId="{78F4FBFF-4D88-3945-8D39-6FECCDC0EBEC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15.599" v="1305" actId="1076"/>
        <pc:sldMkLst>
          <pc:docMk/>
          <pc:sldMk cId="1896202683" sldId="278"/>
        </pc:sldMkLst>
        <pc:spChg chg="add mod">
          <ac:chgData name="Jefflee | 李偉業" userId="6c244122-639b-46c7-89e7-65580ed84063" providerId="ADAL" clId="{3A6E6D86-BD1E-824A-AF47-FB01C6F102FE}" dt="2023-05-08T03:23:15.599" v="1305" actId="1076"/>
          <ac:spMkLst>
            <pc:docMk/>
            <pc:sldMk cId="1896202683" sldId="278"/>
            <ac:spMk id="5" creationId="{4E555CF4-D047-996B-A1E5-FBC739AEC345}"/>
          </ac:spMkLst>
        </pc:spChg>
        <pc:spChg chg="mod">
          <ac:chgData name="Jefflee | 李偉業" userId="6c244122-639b-46c7-89e7-65580ed84063" providerId="ADAL" clId="{3A6E6D86-BD1E-824A-AF47-FB01C6F102FE}" dt="2023-05-04T08:27:49.092" v="630" actId="20577"/>
          <ac:spMkLst>
            <pc:docMk/>
            <pc:sldMk cId="1896202683" sldId="278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3.292" v="1300" actId="1440"/>
          <ac:picMkLst>
            <pc:docMk/>
            <pc:sldMk cId="1896202683" sldId="278"/>
            <ac:picMk id="3" creationId="{78F4FBFF-4D88-3945-8D39-6FECCDC0EBEC}"/>
          </ac:picMkLst>
        </pc:picChg>
        <pc:picChg chg="add mod">
          <ac:chgData name="Jefflee | 李偉業" userId="6c244122-639b-46c7-89e7-65580ed84063" providerId="ADAL" clId="{3A6E6D86-BD1E-824A-AF47-FB01C6F102FE}" dt="2023-05-04T08:28:10.840" v="635" actId="1076"/>
          <ac:picMkLst>
            <pc:docMk/>
            <pc:sldMk cId="1896202683" sldId="278"/>
            <ac:picMk id="4" creationId="{C3082B26-DEEA-6693-8EC9-09A99E97B298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35.307" v="1308" actId="1076"/>
        <pc:sldMkLst>
          <pc:docMk/>
          <pc:sldMk cId="1729158523" sldId="279"/>
        </pc:sldMkLst>
        <pc:spChg chg="add mod">
          <ac:chgData name="Jefflee | 李偉業" userId="6c244122-639b-46c7-89e7-65580ed84063" providerId="ADAL" clId="{3A6E6D86-BD1E-824A-AF47-FB01C6F102FE}" dt="2023-05-08T03:23:35.307" v="1308" actId="1076"/>
          <ac:spMkLst>
            <pc:docMk/>
            <pc:sldMk cId="1729158523" sldId="279"/>
            <ac:spMk id="2" creationId="{367DB34A-7B61-DC36-AB6A-389DC83BAF7D}"/>
          </ac:spMkLst>
        </pc:spChg>
        <pc:spChg chg="mod">
          <ac:chgData name="Jefflee | 李偉業" userId="6c244122-639b-46c7-89e7-65580ed84063" providerId="ADAL" clId="{3A6E6D86-BD1E-824A-AF47-FB01C6F102FE}" dt="2023-05-04T08:33:50.478" v="1105" actId="20577"/>
          <ac:spMkLst>
            <pc:docMk/>
            <pc:sldMk cId="1729158523" sldId="279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8.544" v="1299" actId="1440"/>
          <ac:picMkLst>
            <pc:docMk/>
            <pc:sldMk cId="1729158523" sldId="279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44.246" v="1298" actId="1440"/>
        <pc:sldMkLst>
          <pc:docMk/>
          <pc:sldMk cId="4128066327" sldId="280"/>
        </pc:sldMkLst>
        <pc:spChg chg="mod">
          <ac:chgData name="Jefflee | 李偉業" userId="6c244122-639b-46c7-89e7-65580ed84063" providerId="ADAL" clId="{3A6E6D86-BD1E-824A-AF47-FB01C6F102FE}" dt="2023-05-04T08:36:55.629" v="1175" actId="20577"/>
          <ac:spMkLst>
            <pc:docMk/>
            <pc:sldMk cId="4128066327" sldId="280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4.246" v="1298" actId="1440"/>
          <ac:picMkLst>
            <pc:docMk/>
            <pc:sldMk cId="4128066327" sldId="280"/>
            <ac:picMk id="3" creationId="{78F4FBFF-4D88-3945-8D39-6FECCDC0EBEC}"/>
          </ac:picMkLst>
        </pc:picChg>
      </pc:sldChg>
      <pc:sldChg chg="add del">
        <pc:chgData name="Jefflee | 李偉業" userId="6c244122-639b-46c7-89e7-65580ed84063" providerId="ADAL" clId="{3A6E6D86-BD1E-824A-AF47-FB01C6F102FE}" dt="2023-05-04T08:40:20.471" v="1268" actId="2696"/>
        <pc:sldMkLst>
          <pc:docMk/>
          <pc:sldMk cId="2539298200" sldId="281"/>
        </pc:sldMkLst>
      </pc:sldChg>
      <pc:sldChg chg="modSp add mod">
        <pc:chgData name="Jefflee | 李偉業" userId="6c244122-639b-46c7-89e7-65580ed84063" providerId="ADAL" clId="{3A6E6D86-BD1E-824A-AF47-FB01C6F102FE}" dt="2023-05-04T08:41:36.341" v="1297" actId="1440"/>
        <pc:sldMkLst>
          <pc:docMk/>
          <pc:sldMk cId="4280024838" sldId="282"/>
        </pc:sldMkLst>
        <pc:spChg chg="mod">
          <ac:chgData name="Jefflee | 李偉業" userId="6c244122-639b-46c7-89e7-65580ed84063" providerId="ADAL" clId="{3A6E6D86-BD1E-824A-AF47-FB01C6F102FE}" dt="2023-05-04T08:38:32.966" v="1247" actId="20577"/>
          <ac:spMkLst>
            <pc:docMk/>
            <pc:sldMk cId="4280024838" sldId="282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36.341" v="1297" actId="1440"/>
          <ac:picMkLst>
            <pc:docMk/>
            <pc:sldMk cId="4280024838" sldId="282"/>
            <ac:picMk id="3" creationId="{78F4FBFF-4D88-3945-8D39-6FECCDC0EBEC}"/>
          </ac:picMkLst>
        </pc:picChg>
      </pc:sldChg>
      <pc:sldChg chg="delSp modSp add mod">
        <pc:chgData name="Jefflee | 李偉業" userId="6c244122-639b-46c7-89e7-65580ed84063" providerId="ADAL" clId="{3A6E6D86-BD1E-824A-AF47-FB01C6F102FE}" dt="2023-05-04T08:41:25.074" v="1295" actId="1440"/>
        <pc:sldMkLst>
          <pc:docMk/>
          <pc:sldMk cId="4110436794" sldId="283"/>
        </pc:sldMkLst>
        <pc:spChg chg="del">
          <ac:chgData name="Jefflee | 李偉業" userId="6c244122-639b-46c7-89e7-65580ed84063" providerId="ADAL" clId="{3A6E6D86-BD1E-824A-AF47-FB01C6F102FE}" dt="2023-05-04T08:38:55.894" v="1249" actId="478"/>
          <ac:spMkLst>
            <pc:docMk/>
            <pc:sldMk cId="4110436794" sldId="283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25.074" v="1295" actId="1440"/>
          <ac:picMkLst>
            <pc:docMk/>
            <pc:sldMk cId="4110436794" sldId="283"/>
            <ac:picMk id="3" creationId="{78F4FBFF-4D88-3945-8D39-6FECCDC0EBEC}"/>
          </ac:picMkLst>
        </pc:picChg>
      </pc:sldChg>
    </pc:docChg>
  </pc:docChgLst>
  <pc:docChgLst>
    <pc:chgData name="Jefflee | 李偉業" userId="6c244122-639b-46c7-89e7-65580ed84063" providerId="ADAL" clId="{4F952979-552C-7140-8130-11F5A823B71D}"/>
    <pc:docChg chg="mod">
      <pc:chgData name="Jefflee | 李偉業" userId="6c244122-639b-46c7-89e7-65580ed84063" providerId="ADAL" clId="{4F952979-552C-7140-8130-11F5A823B71D}" dt="2023-06-28T09:17:47.519" v="0" actId="33475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A4A7-5AE4-4BC4-BB59-0F51DCB22237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4FEAE-8422-4D86-B52E-EF7D70B86D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這頁解客戶什麼問題：開場定位：統一記憶體AI機的模型主控台，核心是載入前的記憶體試算。</a:t>
            </a:r>
          </a:p>
          <a:p>
            <a:r>
              <a:t>話術金句：AI機最怕的不是模型不準，是被吃爆整台卡死；xConsole在載入前就先算好。</a:t>
            </a:r>
          </a:p>
          <a:p>
            <a:r>
              <a:t>可反問客戶：貴單位現在有幾台AI機？上一次整台卡住是什麼時候？</a:t>
            </a:r>
          </a:p>
          <a:p>
            <a:r>
              <a:t>常見疑問應對：客戶問是不是監控軟體：不是，監控看的是現在；主控台管的是載下去之後會不會出事，以及換模型、接IDE這些日常操作。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這頁解客戶什麼問題：先讓客戶點頭「我們就是這樣」，這頁不賣任何東西。</a:t>
            </a:r>
          </a:p>
          <a:p>
            <a:r>
              <a:t>話術金句：問題不在人，在缺一個把這些事收進網頁的主控台。</a:t>
            </a:r>
          </a:p>
          <a:p>
            <a:r>
              <a:t>可反問客戶：貴單位的AI機，現在會操作的有幾位？</a:t>
            </a:r>
          </a:p>
          <a:p>
            <a:r>
              <a:t>常見疑問應對：客戶說我們有監控儀表板：儀表板告訴你現在用了多少，但不會在你多開一個模型之前先算好放不放得下。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這頁解客戶什麼問題：用我們自己的紀錄說明統一記憶體機的風險，讓客戶相信這不是假設。</a:t>
            </a:r>
          </a:p>
          <a:p>
            <a:r>
              <a:t>話術金句：這是我們自己的機器，我們踩過，所以才把擋下來這件事做成每次都會跑的關卡。</a:t>
            </a:r>
          </a:p>
          <a:p>
            <a:r>
              <a:t>可反問客戶：貴單位的AI機，有沒有遇過整台變慢、連不進去的情況？</a:t>
            </a:r>
          </a:p>
          <a:p>
            <a:r>
              <a:t>常見疑問應對：客戶問是不是你們設定錯：是設定沒有關卡。同樣的機器，裝了主控台之後，超過底線的載入會先被擋下並說明差多少。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這頁解客戶什麼問題：一句話定位，讓客戶記得住。</a:t>
            </a:r>
          </a:p>
          <a:p>
            <a:r>
              <a:t>話術金句：我們不賣更快的模型，我們讓AI機不會因為多開一個模型就整台停擺。</a:t>
            </a:r>
          </a:p>
          <a:p>
            <a:r>
              <a:t>可反問客戶：如果AI機停擺半天，貴單位哪些工作會跟著停？</a:t>
            </a:r>
          </a:p>
          <a:p>
            <a:r>
              <a:t>常見疑問應對：客戶問擋下來之後怎麼辦：畫面會說明哪一塊不夠、差多少，可以先停掉別的模型、調小上下文，或確定後選擇仍要執行。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這頁解客戶什麼問題：讓第一次聽的人一頁抓到全貌，後面每一頁都是這張圖的展開。</a:t>
            </a:r>
          </a:p>
          <a:p>
            <a:r>
              <a:t>話術金句：寫程式的同仁、研究團隊、資訊室、主管與稽核，看的是同一個主控台。</a:t>
            </a:r>
          </a:p>
          <a:p>
            <a:r>
              <a:t>可反問客戶：貴單位現在是誰在顧AI機？誰在決定上面跑什麼模型？</a:t>
            </a:r>
          </a:p>
          <a:p>
            <a:r>
              <a:t>常見疑問應對：客戶問一台機器也要裝嗎：要，單機時主控台直接裝在那台AI機上；之後機器變多，各機設定不用重做。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這頁解客戶什麼問題：把以前的做法與主控台對照，回答「為什麼需要這套」。</a:t>
            </a:r>
          </a:p>
          <a:p>
            <a:r>
              <a:t>話術金句：以前這些事都在一兩位工程師的腦袋裡，現在在一個網頁上，誰接手都看得懂。</a:t>
            </a:r>
          </a:p>
          <a:p>
            <a:r>
              <a:t>可反問客戶：貴單位的AI機設定，現在記在哪裡？</a:t>
            </a:r>
          </a:p>
          <a:p>
            <a:r>
              <a:t>常見疑問應對：客戶問214項測試測什麼：涵蓋記憶體試算、換模型與自動還原、API串接、憑證匯入、使用報告，以及52項從攻擊者角度寫的安全測試，每次修改都自動重跑。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這頁解客戶什麼問題：回答主控台最核心的價值：事前擋，不是事後救。</a:t>
            </a:r>
          </a:p>
          <a:p>
            <a:r>
              <a:t>話術金句：記憶體長條上那條紅線就是安全底線，任何載入只要會跨過它，就先被擋下來。</a:t>
            </a:r>
          </a:p>
          <a:p>
            <a:r>
              <a:t>可反問客戶：貴單位現在決定要不要多開一個模型，是看什麼判斷的？</a:t>
            </a:r>
          </a:p>
          <a:p>
            <a:r>
              <a:t>常見疑問應對：客戶問底線怎麼定：預設AI 395系統記憶體留15 GiB、Jetson與DGX留12 GiB，每台可依機型個別調整。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這頁解客戶什麼問題：讓技術背景的聽眾理解，為什麼一般的顯存監控在這些機器上會看錯。</a:t>
            </a:r>
          </a:p>
          <a:p>
            <a:r>
              <a:t>話術金句：AI 395的顯存看起來很寬，真正會把整台拖死的是只剩31 GiB的系統那塊。</a:t>
            </a:r>
          </a:p>
          <a:p>
            <a:r>
              <a:t>可反問客戶：貴單位的AI機是哪一種？知道它的記憶體是怎麼切的嗎？</a:t>
            </a:r>
          </a:p>
          <a:p>
            <a:r>
              <a:t>常見疑問應對：客戶問Jetson為什麼要合併算：它的GPU和系統搶同一塊記憶體，分開算會得到「兩邊各自都還夠」的錯誤結論。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這頁解客戶什麼問題：回應「換模型要找工程師」的痛點，並說明安全網。</a:t>
            </a:r>
          </a:p>
          <a:p>
            <a:r>
              <a:t>話術金句：判斷成功看的是模型真的回得出清單，不是指令有沒有回傳成功。</a:t>
            </a:r>
          </a:p>
          <a:p>
            <a:r>
              <a:t>可反問客戶：貴單位上一次換模型花了多久？有沒有換壞過？</a:t>
            </a:r>
          </a:p>
          <a:p>
            <a:r>
              <a:t>常見疑問應對：客戶問換模型期間會不會中斷：會，該模型要重新載入，約一到數分鐘；其他模型照常運作。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這頁解客戶什麼問題：說明模型怎麼進到機器，以及我們替客戶擋掉的常見錯誤。</a:t>
            </a:r>
          </a:p>
          <a:p>
            <a:r>
              <a:t>話術金句：以前要懂檔案放哪裡，現在只要知道模型的名字。</a:t>
            </a:r>
          </a:p>
          <a:p>
            <a:r>
              <a:t>可反問客戶：貴單位想試新模型時，是誰負責下載與放檔案？</a:t>
            </a:r>
          </a:p>
          <a:p>
            <a:r>
              <a:t>常見疑問應對：客戶問能不能放自己訓練的模型：可以，把GGUF檔複製進存放區，下次打開就會掃到。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這頁解客戶什麼問題：讓客戶看懂誰在什麼時候做什麼，導入時知道要找誰配合。</a:t>
            </a:r>
          </a:p>
          <a:p>
            <a:r>
              <a:t>話術金句：管理者換好模型，同仁照範例接上，主控台每5分鐘記下狀態，月底出報告。</a:t>
            </a:r>
          </a:p>
          <a:p>
            <a:r>
              <a:t>可反問客戶：貴單位誰會是主控台的管理者？</a:t>
            </a:r>
          </a:p>
          <a:p>
            <a:r>
              <a:t>常見疑問應對：客戶問同仁要不要登入主控台：不用，同仁拿到的是模型的網址與金鑰，用自己的IDE直接打模型。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這頁解客戶什麼問題：說明主控台如何把模型交到同仁手上。</a:t>
            </a:r>
          </a:p>
          <a:p>
            <a:r>
              <a:t>話術金句：這一頁回答完，同仁就不必再來問網址和模型名稱。</a:t>
            </a:r>
          </a:p>
          <a:p>
            <a:r>
              <a:t>可反問客戶：貴單位的同仁現在用哪些AI寫程式工具？</a:t>
            </a:r>
          </a:p>
          <a:p>
            <a:r>
              <a:t>常見疑問應對：客戶問金鑰會不會外洩：金鑰只在產生的當下顯示一次，不寫進任何紀錄；忘了就重新產生，舊的立即失效。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這頁解客戶什麼問題：讓非技術主管也看得懂一台AI機上有什麼。</a:t>
            </a:r>
          </a:p>
          <a:p>
            <a:r>
              <a:t>話術金句：用角色而不是模型名稱來排，看得出這台機器現在能做哪些事。</a:t>
            </a:r>
          </a:p>
          <a:p>
            <a:r>
              <a:t>可反問客戶：貴單位的AI機上，現在跑著哪些服務？誰知道？</a:t>
            </a:r>
          </a:p>
          <a:p>
            <a:r>
              <a:t>常見疑問應對：客戶問速度數字從哪來：取自引擎每次處理請求後留下的紀錄，不是手填的規格值。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這頁解客戶什麼問題：回應資安稽核一定會問的傳輸加密，並展示管理者能自己處理。</a:t>
            </a:r>
          </a:p>
          <a:p>
            <a:r>
              <a:t>話術金句：檢查不通過時，畫面直接寫「私鑰和憑證不是同一對」，不是丟一串看不懂的錯誤。</a:t>
            </a:r>
          </a:p>
          <a:p>
            <a:r>
              <a:t>可反問客戶：貴單位的憑證，上一次是誰換的？</a:t>
            </a:r>
          </a:p>
          <a:p>
            <a:r>
              <a:t>常見疑問應對：客戶問到期會不會忘：剩30、14、7、1天各提醒一次，剩7天內每一頁頂端都會出現提醒列。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這頁解客戶什麼問題：給決策者的價值：不用懂技術也看得到設備值不值得。</a:t>
            </a:r>
          </a:p>
          <a:p>
            <a:r>
              <a:t>話術金句：第一次產出報告時，它就把我們自己的三個待處理事項列了出來。</a:t>
            </a:r>
          </a:p>
          <a:p>
            <a:r>
              <a:t>可反問客戶：貴單位現在每個月看得到AI機的哪些數字？</a:t>
            </a:r>
          </a:p>
          <a:p>
            <a:r>
              <a:t>常見疑問應對：客戶問耗電怎麼算：只算GPU晶片回報的功耗，報告會寫明不含CPU與空調；設了電價才換算金額。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這頁解客戶什麼問題：給資安與採購窗口可以查證的數字，而不是形容詞。</a:t>
            </a:r>
          </a:p>
          <a:p>
            <a:r>
              <a:t>話術金句：每個數字都有測試輸出可以翻，我們寧可數字小但對得上。</a:t>
            </a:r>
          </a:p>
          <a:p>
            <a:r>
              <a:t>可反問客戶：貴單位的資安驗收，通常要求哪些文件？</a:t>
            </a:r>
          </a:p>
          <a:p>
            <a:r>
              <a:t>常見疑問應對：客戶問是不是全部符合：不是，模型API目前在內網以http提供、管理者登入尚無兩步驟驗證，都列在缺口清單並有補強期限。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這頁解客戶什麼問題：把安全做法收成一張表，給資安窗口逐項對。</a:t>
            </a:r>
          </a:p>
          <a:p>
            <a:r>
              <a:t>話術金句：每一列右邊都寫了去哪裡查證據，不是口號。</a:t>
            </a:r>
          </a:p>
          <a:p>
            <a:r>
              <a:t>可反問客戶：貴單位的系統定級是普、中還是高？</a:t>
            </a:r>
          </a:p>
          <a:p>
            <a:r>
              <a:t>常見疑問應對：客戶問高級怎麼辦：目前以中級交付；高級要求的第三方滲透測試、兩步驟驗證等，可依採購需求排入。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這頁解客戶什麼問題：對準學校兩個特性：模型常換、使用者多。</a:t>
            </a:r>
          </a:p>
          <a:p>
            <a:r>
              <a:t>話術金句：老師不用學指令，學生不用每次重設，助教不用跑機房。</a:t>
            </a:r>
          </a:p>
          <a:p>
            <a:r>
              <a:t>可反問客戶：貴校的AI機，現在一學期大概換幾次模型？是誰在換？</a:t>
            </a:r>
          </a:p>
          <a:p>
            <a:r>
              <a:t>常見疑問應對：客戶問學生能不能自己換模型：主控台只有管理者能操作；學生拿到的是模型的網址與金鑰，用不到主控台。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這頁解客戶什麼問題：說明導入可以從小開始，之後擴充不必重來。</a:t>
            </a:r>
          </a:p>
          <a:p>
            <a:r>
              <a:t>話術金句：賣一台AI機給客戶時，主控台可以直接附在機器上。</a:t>
            </a:r>
          </a:p>
          <a:p>
            <a:r>
              <a:t>可反問客戶：貴單位明年預計再添幾台AI機？</a:t>
            </a:r>
          </a:p>
          <a:p>
            <a:r>
              <a:t>常見疑問應對：客戶問主控台要多少資源：主控台與節點代理都設有記憶體與CPU上限，避免自己成為壓垮機器的原因。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這頁解客戶什麼問題：用老師和資訊中心都有感的四個場景講前後差異。</a:t>
            </a:r>
          </a:p>
          <a:p>
            <a:r>
              <a:t>話術金句：以前換模型要找助教，以後是老師在網頁上點一下。</a:t>
            </a:r>
          </a:p>
          <a:p>
            <a:r>
              <a:t>可反問客戶：貴校有沒有課程是需要讓學生用大模型寫程式的？</a:t>
            </a:r>
          </a:p>
          <a:p>
            <a:r>
              <a:t>常見疑問應對：客戶問模型怎麼選：主控台不綁模型；交付學校時我們只安裝非中國來源的模型，並在模型庫標示來源。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這頁解客戶什麼問題：回答「為什麼找你們，而不是叫工程師自己寫腳本」。</a:t>
            </a:r>
          </a:p>
          <a:p>
            <a:r>
              <a:t>話術金句：這套主控台是我們自己機群每天在用的，踩過的坑都已經寫進程式裡。</a:t>
            </a:r>
          </a:p>
          <a:p>
            <a:r>
              <a:t>可反問客戶：貴單位過去自己維護AI機，最後卡在哪裡？</a:t>
            </a:r>
          </a:p>
          <a:p>
            <a:r>
              <a:t>常見疑問應對：客戶問有沒有其他客戶：目前在云碩自有機群運作，正在洽談第一批導入單位，可以安排實機展示。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這頁解客戶什麼問題：用一門課試辦，降低學校的導入風險。</a:t>
            </a:r>
          </a:p>
          <a:p>
            <a:r>
              <a:t>話術金句：第一學期只要一門課跑起來，下學期其他老師就會自己來問。</a:t>
            </a:r>
          </a:p>
          <a:p>
            <a:r>
              <a:t>可反問客戶：下學期有沒有哪位老師的課很需要讓學生用校內的大模型？</a:t>
            </a:r>
          </a:p>
          <a:p>
            <a:r>
              <a:t>常見疑問應對：客戶問學生要不要學指令：不用，學生只要把設定範例貼進自己的IDE。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這頁解客戶什麼問題：收尾並約下一步。</a:t>
            </a:r>
          </a:p>
          <a:p>
            <a:r>
              <a:t>話術金句：下一步建議安排一次實機展示：當場多載一顆模型，看它被擋下來；再換一次模型，看它自動驗證。</a:t>
            </a:r>
          </a:p>
          <a:p>
            <a:r>
              <a:t>可反問客戶：什麼時候方便安排展示？貴單位有沒有一台AI機可以當第一台試辦？</a:t>
            </a:r>
          </a:p>
          <a:p>
            <a:r>
              <a:t>常見疑問應對：客戶問報價：依納管機器數另行提供，這份簡報不放價格。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0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4">
            <a:extLst>
              <a:ext uri="{FF2B5EF4-FFF2-40B4-BE49-F238E27FC236}">
                <a16:creationId xmlns:a16="http://schemas.microsoft.com/office/drawing/2014/main" id="{7033C2E2-AF2C-43FF-8445-00A4E383E2FA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4" b="12694"/>
          <a:stretch>
            <a:fillRect/>
          </a:stretch>
        </p:blipFill>
        <p:spPr>
          <a:xfrm>
            <a:off x="5537" y="9022"/>
            <a:ext cx="9642536" cy="4795919"/>
          </a:xfrm>
          <a:custGeom>
            <a:avLst/>
            <a:gdLst>
              <a:gd name="connsiteX0" fmla="*/ 2422119 w 9642536"/>
              <a:gd name="connsiteY0" fmla="*/ 2477736 h 4795919"/>
              <a:gd name="connsiteX1" fmla="*/ 3581210 w 9642536"/>
              <a:gd name="connsiteY1" fmla="*/ 3636828 h 4795919"/>
              <a:gd name="connsiteX2" fmla="*/ 2422119 w 9642536"/>
              <a:gd name="connsiteY2" fmla="*/ 4795919 h 4795919"/>
              <a:gd name="connsiteX3" fmla="*/ 1263028 w 9642536"/>
              <a:gd name="connsiteY3" fmla="*/ 3636828 h 4795919"/>
              <a:gd name="connsiteX4" fmla="*/ 8483445 w 9642536"/>
              <a:gd name="connsiteY4" fmla="*/ 1262781 h 4795919"/>
              <a:gd name="connsiteX5" fmla="*/ 9642536 w 9642536"/>
              <a:gd name="connsiteY5" fmla="*/ 2421873 h 4795919"/>
              <a:gd name="connsiteX6" fmla="*/ 8483445 w 9642536"/>
              <a:gd name="connsiteY6" fmla="*/ 3580964 h 4795919"/>
              <a:gd name="connsiteX7" fmla="*/ 7324354 w 9642536"/>
              <a:gd name="connsiteY7" fmla="*/ 2421873 h 4795919"/>
              <a:gd name="connsiteX8" fmla="*/ 6058914 w 9642536"/>
              <a:gd name="connsiteY8" fmla="*/ 1262781 h 4795919"/>
              <a:gd name="connsiteX9" fmla="*/ 7218005 w 9642536"/>
              <a:gd name="connsiteY9" fmla="*/ 2421873 h 4795919"/>
              <a:gd name="connsiteX10" fmla="*/ 6058914 w 9642536"/>
              <a:gd name="connsiteY10" fmla="*/ 3580964 h 4795919"/>
              <a:gd name="connsiteX11" fmla="*/ 4899823 w 9642536"/>
              <a:gd name="connsiteY11" fmla="*/ 2421873 h 4795919"/>
              <a:gd name="connsiteX12" fmla="*/ 3634386 w 9642536"/>
              <a:gd name="connsiteY12" fmla="*/ 1262781 h 4795919"/>
              <a:gd name="connsiteX13" fmla="*/ 4793476 w 9642536"/>
              <a:gd name="connsiteY13" fmla="*/ 2421873 h 4795919"/>
              <a:gd name="connsiteX14" fmla="*/ 3634386 w 9642536"/>
              <a:gd name="connsiteY14" fmla="*/ 3580964 h 4795919"/>
              <a:gd name="connsiteX15" fmla="*/ 2475294 w 9642536"/>
              <a:gd name="connsiteY15" fmla="*/ 2421873 h 4795919"/>
              <a:gd name="connsiteX16" fmla="*/ 1209854 w 9642536"/>
              <a:gd name="connsiteY16" fmla="*/ 1262781 h 4795919"/>
              <a:gd name="connsiteX17" fmla="*/ 2368945 w 9642536"/>
              <a:gd name="connsiteY17" fmla="*/ 2421873 h 4795919"/>
              <a:gd name="connsiteX18" fmla="*/ 1209854 w 9642536"/>
              <a:gd name="connsiteY18" fmla="*/ 3580964 h 4795919"/>
              <a:gd name="connsiteX19" fmla="*/ 50763 w 9642536"/>
              <a:gd name="connsiteY19" fmla="*/ 2421873 h 4795919"/>
              <a:gd name="connsiteX20" fmla="*/ 2422119 w 9642536"/>
              <a:gd name="connsiteY20" fmla="*/ 47826 h 4795919"/>
              <a:gd name="connsiteX21" fmla="*/ 3581210 w 9642536"/>
              <a:gd name="connsiteY21" fmla="*/ 1206917 h 4795919"/>
              <a:gd name="connsiteX22" fmla="*/ 2422119 w 9642536"/>
              <a:gd name="connsiteY22" fmla="*/ 2366008 h 4795919"/>
              <a:gd name="connsiteX23" fmla="*/ 1263028 w 9642536"/>
              <a:gd name="connsiteY23" fmla="*/ 1206917 h 4795919"/>
              <a:gd name="connsiteX24" fmla="*/ 4846649 w 9642536"/>
              <a:gd name="connsiteY24" fmla="*/ 47825 h 4795919"/>
              <a:gd name="connsiteX25" fmla="*/ 6005739 w 9642536"/>
              <a:gd name="connsiteY25" fmla="*/ 1206917 h 4795919"/>
              <a:gd name="connsiteX26" fmla="*/ 4846649 w 9642536"/>
              <a:gd name="connsiteY26" fmla="*/ 2366008 h 4795919"/>
              <a:gd name="connsiteX27" fmla="*/ 3687558 w 9642536"/>
              <a:gd name="connsiteY27" fmla="*/ 1206917 h 4795919"/>
              <a:gd name="connsiteX28" fmla="*/ 7052 w 9642536"/>
              <a:gd name="connsiteY28" fmla="*/ 47825 h 4795919"/>
              <a:gd name="connsiteX29" fmla="*/ 1166143 w 9642536"/>
              <a:gd name="connsiteY29" fmla="*/ 1206917 h 4795919"/>
              <a:gd name="connsiteX30" fmla="*/ 7052 w 9642536"/>
              <a:gd name="connsiteY30" fmla="*/ 2366008 h 4795919"/>
              <a:gd name="connsiteX31" fmla="*/ 0 w 9642536"/>
              <a:gd name="connsiteY31" fmla="*/ 2358956 h 4795919"/>
              <a:gd name="connsiteX32" fmla="*/ 0 w 9642536"/>
              <a:gd name="connsiteY32" fmla="*/ 54877 h 4795919"/>
              <a:gd name="connsiteX33" fmla="*/ 2483332 w 9642536"/>
              <a:gd name="connsiteY33" fmla="*/ 0 h 4795919"/>
              <a:gd name="connsiteX34" fmla="*/ 4785437 w 9642536"/>
              <a:gd name="connsiteY34" fmla="*/ 0 h 4795919"/>
              <a:gd name="connsiteX35" fmla="*/ 3634385 w 9642536"/>
              <a:gd name="connsiteY35" fmla="*/ 1151053 h 4795919"/>
              <a:gd name="connsiteX36" fmla="*/ 58800 w 9642536"/>
              <a:gd name="connsiteY36" fmla="*/ 0 h 4795919"/>
              <a:gd name="connsiteX37" fmla="*/ 2360906 w 9642536"/>
              <a:gd name="connsiteY37" fmla="*/ 0 h 4795919"/>
              <a:gd name="connsiteX38" fmla="*/ 1209853 w 9642536"/>
              <a:gd name="connsiteY38" fmla="*/ 1151053 h 47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642536" h="4795919">
                <a:moveTo>
                  <a:pt x="2422119" y="2477736"/>
                </a:moveTo>
                <a:lnTo>
                  <a:pt x="3581210" y="3636828"/>
                </a:lnTo>
                <a:lnTo>
                  <a:pt x="2422119" y="4795919"/>
                </a:lnTo>
                <a:lnTo>
                  <a:pt x="1263028" y="3636828"/>
                </a:lnTo>
                <a:close/>
                <a:moveTo>
                  <a:pt x="8483445" y="1262781"/>
                </a:moveTo>
                <a:lnTo>
                  <a:pt x="9642536" y="2421873"/>
                </a:lnTo>
                <a:lnTo>
                  <a:pt x="8483445" y="3580964"/>
                </a:lnTo>
                <a:lnTo>
                  <a:pt x="7324354" y="2421873"/>
                </a:lnTo>
                <a:close/>
                <a:moveTo>
                  <a:pt x="6058914" y="1262781"/>
                </a:moveTo>
                <a:lnTo>
                  <a:pt x="7218005" y="2421873"/>
                </a:lnTo>
                <a:lnTo>
                  <a:pt x="6058914" y="3580964"/>
                </a:lnTo>
                <a:lnTo>
                  <a:pt x="4899823" y="2421873"/>
                </a:lnTo>
                <a:close/>
                <a:moveTo>
                  <a:pt x="3634386" y="1262781"/>
                </a:moveTo>
                <a:lnTo>
                  <a:pt x="4793476" y="2421873"/>
                </a:lnTo>
                <a:lnTo>
                  <a:pt x="3634386" y="3580964"/>
                </a:lnTo>
                <a:lnTo>
                  <a:pt x="2475294" y="2421873"/>
                </a:lnTo>
                <a:close/>
                <a:moveTo>
                  <a:pt x="1209854" y="1262781"/>
                </a:moveTo>
                <a:lnTo>
                  <a:pt x="2368945" y="2421873"/>
                </a:lnTo>
                <a:lnTo>
                  <a:pt x="1209854" y="3580964"/>
                </a:lnTo>
                <a:lnTo>
                  <a:pt x="50763" y="2421873"/>
                </a:lnTo>
                <a:close/>
                <a:moveTo>
                  <a:pt x="2422119" y="47826"/>
                </a:moveTo>
                <a:lnTo>
                  <a:pt x="3581210" y="1206917"/>
                </a:lnTo>
                <a:lnTo>
                  <a:pt x="2422119" y="2366008"/>
                </a:lnTo>
                <a:lnTo>
                  <a:pt x="1263028" y="1206917"/>
                </a:lnTo>
                <a:close/>
                <a:moveTo>
                  <a:pt x="4846649" y="47825"/>
                </a:moveTo>
                <a:lnTo>
                  <a:pt x="6005739" y="1206917"/>
                </a:lnTo>
                <a:lnTo>
                  <a:pt x="4846649" y="2366008"/>
                </a:lnTo>
                <a:lnTo>
                  <a:pt x="3687558" y="1206917"/>
                </a:lnTo>
                <a:close/>
                <a:moveTo>
                  <a:pt x="7052" y="47825"/>
                </a:moveTo>
                <a:lnTo>
                  <a:pt x="1166143" y="1206917"/>
                </a:lnTo>
                <a:lnTo>
                  <a:pt x="7052" y="2366008"/>
                </a:lnTo>
                <a:lnTo>
                  <a:pt x="0" y="2358956"/>
                </a:lnTo>
                <a:lnTo>
                  <a:pt x="0" y="54877"/>
                </a:lnTo>
                <a:close/>
                <a:moveTo>
                  <a:pt x="2483332" y="0"/>
                </a:moveTo>
                <a:lnTo>
                  <a:pt x="4785437" y="0"/>
                </a:lnTo>
                <a:lnTo>
                  <a:pt x="3634385" y="1151053"/>
                </a:lnTo>
                <a:close/>
                <a:moveTo>
                  <a:pt x="58800" y="0"/>
                </a:moveTo>
                <a:lnTo>
                  <a:pt x="2360906" y="0"/>
                </a:lnTo>
                <a:lnTo>
                  <a:pt x="1209853" y="1151053"/>
                </a:lnTo>
                <a:close/>
              </a:path>
            </a:pathLst>
          </a:custGeom>
        </p:spPr>
      </p:pic>
      <p:sp>
        <p:nvSpPr>
          <p:cNvPr id="9" name="菱形 8">
            <a:extLst>
              <a:ext uri="{FF2B5EF4-FFF2-40B4-BE49-F238E27FC236}">
                <a16:creationId xmlns:a16="http://schemas.microsoft.com/office/drawing/2014/main" id="{F1326EB9-DC43-4C37-B491-456AE7A582A6}"/>
              </a:ext>
            </a:extLst>
          </p:cNvPr>
          <p:cNvSpPr/>
          <p:nvPr userDrawn="1"/>
        </p:nvSpPr>
        <p:spPr>
          <a:xfrm>
            <a:off x="1263029" y="2477738"/>
            <a:ext cx="2318183" cy="2318183"/>
          </a:xfrm>
          <a:prstGeom prst="diamond">
            <a:avLst/>
          </a:prstGeom>
          <a:solidFill>
            <a:srgbClr val="BF181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3CC10A7-E613-4947-9180-E2AEB99DDFED}"/>
              </a:ext>
            </a:extLst>
          </p:cNvPr>
          <p:cNvSpPr/>
          <p:nvPr userDrawn="1"/>
        </p:nvSpPr>
        <p:spPr>
          <a:xfrm>
            <a:off x="2475294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4BD7B367-C00C-4144-AAEC-6EBDA1EB6B6B}"/>
              </a:ext>
            </a:extLst>
          </p:cNvPr>
          <p:cNvSpPr/>
          <p:nvPr userDrawn="1"/>
        </p:nvSpPr>
        <p:spPr>
          <a:xfrm>
            <a:off x="50763" y="1262782"/>
            <a:ext cx="2318183" cy="2318183"/>
          </a:xfrm>
          <a:prstGeom prst="diamond">
            <a:avLst/>
          </a:prstGeom>
          <a:solidFill>
            <a:srgbClr val="BF181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347E631F-0A0E-4433-8F85-5EF60E58E816}"/>
              </a:ext>
            </a:extLst>
          </p:cNvPr>
          <p:cNvSpPr/>
          <p:nvPr userDrawn="1"/>
        </p:nvSpPr>
        <p:spPr>
          <a:xfrm>
            <a:off x="1263029" y="47826"/>
            <a:ext cx="2318183" cy="2318183"/>
          </a:xfrm>
          <a:prstGeom prst="diamond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14A39F7F-0A49-48FD-A789-074E7ADB150B}"/>
              </a:ext>
            </a:extLst>
          </p:cNvPr>
          <p:cNvSpPr/>
          <p:nvPr userDrawn="1"/>
        </p:nvSpPr>
        <p:spPr>
          <a:xfrm>
            <a:off x="7324355" y="1262782"/>
            <a:ext cx="2318183" cy="2318183"/>
          </a:xfrm>
          <a:prstGeom prst="diamond">
            <a:avLst/>
          </a:prstGeom>
          <a:solidFill>
            <a:srgbClr val="BF18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140CC0B1-CF04-4459-BE53-D57A4513C28B}"/>
              </a:ext>
            </a:extLst>
          </p:cNvPr>
          <p:cNvSpPr/>
          <p:nvPr userDrawn="1"/>
        </p:nvSpPr>
        <p:spPr>
          <a:xfrm>
            <a:off x="4899825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" name="任意多边形 42">
            <a:extLst>
              <a:ext uri="{FF2B5EF4-FFF2-40B4-BE49-F238E27FC236}">
                <a16:creationId xmlns:a16="http://schemas.microsoft.com/office/drawing/2014/main" id="{95B5E004-5177-4FB2-8322-4D05ECAC8B08}"/>
              </a:ext>
            </a:extLst>
          </p:cNvPr>
          <p:cNvSpPr/>
          <p:nvPr userDrawn="1"/>
        </p:nvSpPr>
        <p:spPr>
          <a:xfrm>
            <a:off x="4905172" y="2"/>
            <a:ext cx="4732016" cy="2366007"/>
          </a:xfrm>
          <a:custGeom>
            <a:avLst/>
            <a:gdLst>
              <a:gd name="connsiteX0" fmla="*/ 0 w 4732016"/>
              <a:gd name="connsiteY0" fmla="*/ 0 h 2366007"/>
              <a:gd name="connsiteX1" fmla="*/ 4732016 w 4732016"/>
              <a:gd name="connsiteY1" fmla="*/ 0 h 2366007"/>
              <a:gd name="connsiteX2" fmla="*/ 2366008 w 4732016"/>
              <a:gd name="connsiteY2" fmla="*/ 2366007 h 23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2016" h="2366007">
                <a:moveTo>
                  <a:pt x="0" y="0"/>
                </a:moveTo>
                <a:lnTo>
                  <a:pt x="4732016" y="0"/>
                </a:lnTo>
                <a:lnTo>
                  <a:pt x="2366008" y="236600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7C6ED59D-5A3B-4464-9BF4-975C4505FB5C}"/>
              </a:ext>
            </a:extLst>
          </p:cNvPr>
          <p:cNvSpPr/>
          <p:nvPr userDrawn="1"/>
        </p:nvSpPr>
        <p:spPr>
          <a:xfrm>
            <a:off x="3687558" y="47826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" name="任意多边形 40">
            <a:extLst>
              <a:ext uri="{FF2B5EF4-FFF2-40B4-BE49-F238E27FC236}">
                <a16:creationId xmlns:a16="http://schemas.microsoft.com/office/drawing/2014/main" id="{63AC1129-C930-4C68-B29E-34714A28FCBA}"/>
              </a:ext>
            </a:extLst>
          </p:cNvPr>
          <p:cNvSpPr/>
          <p:nvPr userDrawn="1"/>
        </p:nvSpPr>
        <p:spPr>
          <a:xfrm>
            <a:off x="2483332" y="0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8" name="任意多边形 38">
            <a:extLst>
              <a:ext uri="{FF2B5EF4-FFF2-40B4-BE49-F238E27FC236}">
                <a16:creationId xmlns:a16="http://schemas.microsoft.com/office/drawing/2014/main" id="{8AF35B47-F82E-4D04-8ED3-89A6B370EA30}"/>
              </a:ext>
            </a:extLst>
          </p:cNvPr>
          <p:cNvSpPr/>
          <p:nvPr userDrawn="1"/>
        </p:nvSpPr>
        <p:spPr>
          <a:xfrm>
            <a:off x="58801" y="12583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6D279DD6-23A7-49D1-A790-4A6240B327F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79383" y="4559062"/>
            <a:ext cx="328" cy="1257917"/>
          </a:xfrm>
          <a:prstGeom prst="line">
            <a:avLst/>
          </a:prstGeom>
          <a:ln w="76200">
            <a:solidFill>
              <a:srgbClr val="BF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47">
            <a:extLst>
              <a:ext uri="{FF2B5EF4-FFF2-40B4-BE49-F238E27FC236}">
                <a16:creationId xmlns:a16="http://schemas.microsoft.com/office/drawing/2014/main" id="{71C230DC-3ECA-4103-B4F9-CA5C86E739D4}"/>
              </a:ext>
            </a:extLst>
          </p:cNvPr>
          <p:cNvGrpSpPr/>
          <p:nvPr userDrawn="1"/>
        </p:nvGrpSpPr>
        <p:grpSpPr>
          <a:xfrm>
            <a:off x="11287296" y="459412"/>
            <a:ext cx="468312" cy="232229"/>
            <a:chOff x="11317288" y="682171"/>
            <a:chExt cx="468312" cy="232229"/>
          </a:xfrm>
        </p:grpSpPr>
        <p:cxnSp>
          <p:nvCxnSpPr>
            <p:cNvPr id="21" name="直接连接符 44">
              <a:extLst>
                <a:ext uri="{FF2B5EF4-FFF2-40B4-BE49-F238E27FC236}">
                  <a16:creationId xmlns:a16="http://schemas.microsoft.com/office/drawing/2014/main" id="{088F6638-F3B2-4FAC-99C0-92AB27B29EB4}"/>
                </a:ext>
              </a:extLst>
            </p:cNvPr>
            <p:cNvCxnSpPr/>
            <p:nvPr/>
          </p:nvCxnSpPr>
          <p:spPr>
            <a:xfrm>
              <a:off x="11317288" y="682171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45">
              <a:extLst>
                <a:ext uri="{FF2B5EF4-FFF2-40B4-BE49-F238E27FC236}">
                  <a16:creationId xmlns:a16="http://schemas.microsoft.com/office/drawing/2014/main" id="{59CD4218-8616-44FC-B7DF-A8107517BEA5}"/>
                </a:ext>
              </a:extLst>
            </p:cNvPr>
            <p:cNvCxnSpPr/>
            <p:nvPr/>
          </p:nvCxnSpPr>
          <p:spPr>
            <a:xfrm>
              <a:off x="11317288" y="798285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46">
              <a:extLst>
                <a:ext uri="{FF2B5EF4-FFF2-40B4-BE49-F238E27FC236}">
                  <a16:creationId xmlns:a16="http://schemas.microsoft.com/office/drawing/2014/main" id="{7BEA23A0-A1D1-453B-8C7E-1E38AF5E96AD}"/>
                </a:ext>
              </a:extLst>
            </p:cNvPr>
            <p:cNvCxnSpPr/>
            <p:nvPr/>
          </p:nvCxnSpPr>
          <p:spPr>
            <a:xfrm>
              <a:off x="11317288" y="914400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圖片 23" descr="一張含有 文字, 美工圖案 的圖片&#10;&#10;自動產生的描述">
            <a:extLst>
              <a:ext uri="{FF2B5EF4-FFF2-40B4-BE49-F238E27FC236}">
                <a16:creationId xmlns:a16="http://schemas.microsoft.com/office/drawing/2014/main" id="{F5485958-073B-4FA4-9A27-1C922F90A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82" y="739761"/>
            <a:ext cx="2011092" cy="854956"/>
          </a:xfrm>
          <a:prstGeom prst="rect">
            <a:avLst/>
          </a:prstGeom>
        </p:spPr>
      </p:pic>
      <p:sp>
        <p:nvSpPr>
          <p:cNvPr id="25" name="內容版面配置區 23">
            <a:extLst>
              <a:ext uri="{FF2B5EF4-FFF2-40B4-BE49-F238E27FC236}">
                <a16:creationId xmlns:a16="http://schemas.microsoft.com/office/drawing/2014/main" id="{B0266DCC-7B20-4618-A1BB-87CDE5D8D8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4884" y="4602014"/>
            <a:ext cx="7634817" cy="12149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267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9">
            <a:extLst>
              <a:ext uri="{FF2B5EF4-FFF2-40B4-BE49-F238E27FC236}">
                <a16:creationId xmlns:a16="http://schemas.microsoft.com/office/drawing/2014/main" id="{728CF358-B1FF-41B6-B49C-E470613DB8C3}"/>
              </a:ext>
            </a:extLst>
          </p:cNvPr>
          <p:cNvSpPr/>
          <p:nvPr userDrawn="1"/>
        </p:nvSpPr>
        <p:spPr>
          <a:xfrm>
            <a:off x="203202" y="203201"/>
            <a:ext cx="3428999" cy="6858001"/>
          </a:xfrm>
          <a:custGeom>
            <a:avLst/>
            <a:gdLst>
              <a:gd name="connsiteX0" fmla="*/ 0 w 3428999"/>
              <a:gd name="connsiteY0" fmla="*/ 0 h 6858001"/>
              <a:gd name="connsiteX1" fmla="*/ 3428999 w 3428999"/>
              <a:gd name="connsiteY1" fmla="*/ 3429001 h 6858001"/>
              <a:gd name="connsiteX2" fmla="*/ 0 w 3428999"/>
              <a:gd name="connsiteY2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8999" h="6858001">
                <a:moveTo>
                  <a:pt x="0" y="0"/>
                </a:moveTo>
                <a:lnTo>
                  <a:pt x="3428999" y="3429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A29B59CA-1A1B-40A2-8B97-4D54B811DF7A}"/>
              </a:ext>
            </a:extLst>
          </p:cNvPr>
          <p:cNvGrpSpPr/>
          <p:nvPr userDrawn="1"/>
        </p:nvGrpSpPr>
        <p:grpSpPr>
          <a:xfrm>
            <a:off x="10507405" y="203200"/>
            <a:ext cx="1887795" cy="3584189"/>
            <a:chOff x="10304206" y="0"/>
            <a:chExt cx="1887794" cy="3584189"/>
          </a:xfrm>
        </p:grpSpPr>
        <p:sp>
          <p:nvSpPr>
            <p:cNvPr id="9" name="文本框 31">
              <a:extLst>
                <a:ext uri="{FF2B5EF4-FFF2-40B4-BE49-F238E27FC236}">
                  <a16:creationId xmlns:a16="http://schemas.microsoft.com/office/drawing/2014/main" id="{3868C498-3089-4BED-9F0D-954A4003942C}"/>
                </a:ext>
              </a:extLst>
            </p:cNvPr>
            <p:cNvSpPr txBox="1"/>
            <p:nvPr/>
          </p:nvSpPr>
          <p:spPr>
            <a:xfrm rot="5400000">
              <a:off x="9722979" y="2107104"/>
              <a:ext cx="2530218" cy="423951"/>
            </a:xfrm>
            <a:custGeom>
              <a:avLst/>
              <a:gdLst/>
              <a:ahLst/>
              <a:cxnLst/>
              <a:rect l="l" t="t" r="r" b="b"/>
              <a:pathLst>
                <a:path w="2530218" h="423951">
                  <a:moveTo>
                    <a:pt x="2274475" y="82046"/>
                  </a:moveTo>
                  <a:lnTo>
                    <a:pt x="2283805" y="10153"/>
                  </a:lnTo>
                  <a:lnTo>
                    <a:pt x="2530218" y="10153"/>
                  </a:lnTo>
                  <a:lnTo>
                    <a:pt x="2521437" y="82046"/>
                  </a:lnTo>
                  <a:lnTo>
                    <a:pt x="2437303" y="82046"/>
                  </a:lnTo>
                  <a:lnTo>
                    <a:pt x="2391971" y="413798"/>
                  </a:lnTo>
                  <a:lnTo>
                    <a:pt x="2316733" y="413798"/>
                  </a:lnTo>
                  <a:lnTo>
                    <a:pt x="2362065" y="82046"/>
                  </a:lnTo>
                  <a:close/>
                  <a:moveTo>
                    <a:pt x="1862479" y="413798"/>
                  </a:moveTo>
                  <a:lnTo>
                    <a:pt x="1917077" y="10153"/>
                  </a:lnTo>
                  <a:lnTo>
                    <a:pt x="1983212" y="10153"/>
                  </a:lnTo>
                  <a:lnTo>
                    <a:pt x="2128778" y="284555"/>
                  </a:lnTo>
                  <a:lnTo>
                    <a:pt x="2166272" y="10153"/>
                  </a:lnTo>
                  <a:lnTo>
                    <a:pt x="2240215" y="10153"/>
                  </a:lnTo>
                  <a:lnTo>
                    <a:pt x="2185339" y="413798"/>
                  </a:lnTo>
                  <a:lnTo>
                    <a:pt x="2120619" y="413798"/>
                  </a:lnTo>
                  <a:lnTo>
                    <a:pt x="1973132" y="136378"/>
                  </a:lnTo>
                  <a:lnTo>
                    <a:pt x="1935226" y="413798"/>
                  </a:lnTo>
                  <a:close/>
                  <a:moveTo>
                    <a:pt x="1562021" y="413798"/>
                  </a:moveTo>
                  <a:lnTo>
                    <a:pt x="1617175" y="10153"/>
                  </a:lnTo>
                  <a:lnTo>
                    <a:pt x="1834227" y="10153"/>
                  </a:lnTo>
                  <a:lnTo>
                    <a:pt x="1824932" y="81772"/>
                  </a:lnTo>
                  <a:lnTo>
                    <a:pt x="1684087" y="81772"/>
                  </a:lnTo>
                  <a:lnTo>
                    <a:pt x="1672510" y="165190"/>
                  </a:lnTo>
                  <a:lnTo>
                    <a:pt x="1814097" y="165190"/>
                  </a:lnTo>
                  <a:lnTo>
                    <a:pt x="1804875" y="236260"/>
                  </a:lnTo>
                  <a:lnTo>
                    <a:pt x="1662653" y="236260"/>
                  </a:lnTo>
                  <a:lnTo>
                    <a:pt x="1647801" y="343277"/>
                  </a:lnTo>
                  <a:lnTo>
                    <a:pt x="1790975" y="343277"/>
                  </a:lnTo>
                  <a:lnTo>
                    <a:pt x="1781817" y="413798"/>
                  </a:lnTo>
                  <a:close/>
                  <a:moveTo>
                    <a:pt x="1321975" y="82046"/>
                  </a:moveTo>
                  <a:lnTo>
                    <a:pt x="1331305" y="10153"/>
                  </a:lnTo>
                  <a:lnTo>
                    <a:pt x="1577717" y="10153"/>
                  </a:lnTo>
                  <a:lnTo>
                    <a:pt x="1568937" y="82046"/>
                  </a:lnTo>
                  <a:lnTo>
                    <a:pt x="1484802" y="82046"/>
                  </a:lnTo>
                  <a:lnTo>
                    <a:pt x="1439470" y="413798"/>
                  </a:lnTo>
                  <a:lnTo>
                    <a:pt x="1364233" y="413798"/>
                  </a:lnTo>
                  <a:lnTo>
                    <a:pt x="1409565" y="82046"/>
                  </a:lnTo>
                  <a:close/>
                  <a:moveTo>
                    <a:pt x="909980" y="413798"/>
                  </a:moveTo>
                  <a:lnTo>
                    <a:pt x="964577" y="10153"/>
                  </a:lnTo>
                  <a:lnTo>
                    <a:pt x="1030712" y="10153"/>
                  </a:lnTo>
                  <a:lnTo>
                    <a:pt x="1176278" y="284555"/>
                  </a:lnTo>
                  <a:lnTo>
                    <a:pt x="1213772" y="10153"/>
                  </a:lnTo>
                  <a:lnTo>
                    <a:pt x="1287715" y="10153"/>
                  </a:lnTo>
                  <a:lnTo>
                    <a:pt x="1232839" y="413798"/>
                  </a:lnTo>
                  <a:lnTo>
                    <a:pt x="1168119" y="413798"/>
                  </a:lnTo>
                  <a:lnTo>
                    <a:pt x="1020632" y="136378"/>
                  </a:lnTo>
                  <a:lnTo>
                    <a:pt x="982726" y="413798"/>
                  </a:lnTo>
                  <a:close/>
                  <a:moveTo>
                    <a:pt x="511964" y="234339"/>
                  </a:moveTo>
                  <a:cubicBezTo>
                    <a:pt x="511964" y="267450"/>
                    <a:pt x="522117" y="295531"/>
                    <a:pt x="542423" y="318581"/>
                  </a:cubicBezTo>
                  <a:cubicBezTo>
                    <a:pt x="562729" y="341630"/>
                    <a:pt x="591907" y="353155"/>
                    <a:pt x="629957" y="353155"/>
                  </a:cubicBezTo>
                  <a:cubicBezTo>
                    <a:pt x="674044" y="353155"/>
                    <a:pt x="711500" y="337606"/>
                    <a:pt x="742324" y="306507"/>
                  </a:cubicBezTo>
                  <a:cubicBezTo>
                    <a:pt x="773149" y="275408"/>
                    <a:pt x="788561" y="237632"/>
                    <a:pt x="788561" y="193179"/>
                  </a:cubicBezTo>
                  <a:cubicBezTo>
                    <a:pt x="788561" y="156409"/>
                    <a:pt x="777722" y="126957"/>
                    <a:pt x="756045" y="104822"/>
                  </a:cubicBezTo>
                  <a:cubicBezTo>
                    <a:pt x="734367" y="82686"/>
                    <a:pt x="705966" y="71619"/>
                    <a:pt x="670843" y="71619"/>
                  </a:cubicBezTo>
                  <a:cubicBezTo>
                    <a:pt x="641939" y="71619"/>
                    <a:pt x="615551" y="78616"/>
                    <a:pt x="591678" y="92611"/>
                  </a:cubicBezTo>
                  <a:cubicBezTo>
                    <a:pt x="567805" y="106605"/>
                    <a:pt x="548551" y="126728"/>
                    <a:pt x="533916" y="152979"/>
                  </a:cubicBezTo>
                  <a:cubicBezTo>
                    <a:pt x="519282" y="179230"/>
                    <a:pt x="511964" y="206350"/>
                    <a:pt x="511964" y="234339"/>
                  </a:cubicBezTo>
                  <a:close/>
                  <a:moveTo>
                    <a:pt x="436778" y="238455"/>
                  </a:moveTo>
                  <a:cubicBezTo>
                    <a:pt x="436778" y="175343"/>
                    <a:pt x="457267" y="121103"/>
                    <a:pt x="498244" y="75735"/>
                  </a:cubicBezTo>
                  <a:cubicBezTo>
                    <a:pt x="543978" y="25245"/>
                    <a:pt x="602425" y="0"/>
                    <a:pt x="673587" y="0"/>
                  </a:cubicBezTo>
                  <a:cubicBezTo>
                    <a:pt x="729016" y="0"/>
                    <a:pt x="774750" y="17836"/>
                    <a:pt x="810788" y="53508"/>
                  </a:cubicBezTo>
                  <a:cubicBezTo>
                    <a:pt x="846826" y="89181"/>
                    <a:pt x="864845" y="134457"/>
                    <a:pt x="864845" y="189337"/>
                  </a:cubicBezTo>
                  <a:cubicBezTo>
                    <a:pt x="864845" y="231412"/>
                    <a:pt x="854189" y="271063"/>
                    <a:pt x="832877" y="308290"/>
                  </a:cubicBezTo>
                  <a:cubicBezTo>
                    <a:pt x="811565" y="345518"/>
                    <a:pt x="783210" y="374101"/>
                    <a:pt x="747813" y="394041"/>
                  </a:cubicBezTo>
                  <a:cubicBezTo>
                    <a:pt x="712415" y="413981"/>
                    <a:pt x="671758" y="423951"/>
                    <a:pt x="625841" y="423951"/>
                  </a:cubicBezTo>
                  <a:cubicBezTo>
                    <a:pt x="568399" y="423951"/>
                    <a:pt x="522529" y="406938"/>
                    <a:pt x="488228" y="372912"/>
                  </a:cubicBezTo>
                  <a:cubicBezTo>
                    <a:pt x="453928" y="338886"/>
                    <a:pt x="436778" y="294067"/>
                    <a:pt x="436778" y="238455"/>
                  </a:cubicBezTo>
                  <a:close/>
                  <a:moveTo>
                    <a:pt x="0" y="227479"/>
                  </a:moveTo>
                  <a:cubicBezTo>
                    <a:pt x="0" y="188514"/>
                    <a:pt x="10656" y="151150"/>
                    <a:pt x="31968" y="115386"/>
                  </a:cubicBezTo>
                  <a:cubicBezTo>
                    <a:pt x="53280" y="79622"/>
                    <a:pt x="82138" y="51450"/>
                    <a:pt x="118542" y="30870"/>
                  </a:cubicBezTo>
                  <a:cubicBezTo>
                    <a:pt x="154946" y="10290"/>
                    <a:pt x="194642" y="0"/>
                    <a:pt x="237632" y="0"/>
                  </a:cubicBezTo>
                  <a:cubicBezTo>
                    <a:pt x="298001" y="0"/>
                    <a:pt x="350228" y="20806"/>
                    <a:pt x="394316" y="62418"/>
                  </a:cubicBezTo>
                  <a:lnTo>
                    <a:pt x="339161" y="113560"/>
                  </a:lnTo>
                  <a:cubicBezTo>
                    <a:pt x="327270" y="99854"/>
                    <a:pt x="312727" y="89300"/>
                    <a:pt x="295531" y="81898"/>
                  </a:cubicBezTo>
                  <a:cubicBezTo>
                    <a:pt x="278335" y="74496"/>
                    <a:pt x="259676" y="70796"/>
                    <a:pt x="239553" y="70796"/>
                  </a:cubicBezTo>
                  <a:cubicBezTo>
                    <a:pt x="211381" y="70796"/>
                    <a:pt x="184398" y="78014"/>
                    <a:pt x="158604" y="92452"/>
                  </a:cubicBezTo>
                  <a:cubicBezTo>
                    <a:pt x="132811" y="106890"/>
                    <a:pt x="112733" y="125988"/>
                    <a:pt x="98373" y="149746"/>
                  </a:cubicBezTo>
                  <a:cubicBezTo>
                    <a:pt x="84013" y="173505"/>
                    <a:pt x="76833" y="198817"/>
                    <a:pt x="76833" y="225683"/>
                  </a:cubicBezTo>
                  <a:cubicBezTo>
                    <a:pt x="76833" y="262232"/>
                    <a:pt x="89455" y="292615"/>
                    <a:pt x="114700" y="316831"/>
                  </a:cubicBezTo>
                  <a:cubicBezTo>
                    <a:pt x="139945" y="341047"/>
                    <a:pt x="172324" y="353155"/>
                    <a:pt x="211838" y="353155"/>
                  </a:cubicBezTo>
                  <a:cubicBezTo>
                    <a:pt x="254096" y="353155"/>
                    <a:pt x="290683" y="340899"/>
                    <a:pt x="321599" y="316385"/>
                  </a:cubicBezTo>
                  <a:lnTo>
                    <a:pt x="366327" y="375382"/>
                  </a:lnTo>
                  <a:cubicBezTo>
                    <a:pt x="320410" y="407761"/>
                    <a:pt x="267267" y="423951"/>
                    <a:pt x="206899" y="423951"/>
                  </a:cubicBezTo>
                  <a:cubicBezTo>
                    <a:pt x="164458" y="423951"/>
                    <a:pt x="128374" y="415902"/>
                    <a:pt x="98648" y="399804"/>
                  </a:cubicBezTo>
                  <a:cubicBezTo>
                    <a:pt x="68921" y="383705"/>
                    <a:pt x="45048" y="360061"/>
                    <a:pt x="27029" y="328871"/>
                  </a:cubicBezTo>
                  <a:cubicBezTo>
                    <a:pt x="9010" y="297680"/>
                    <a:pt x="0" y="263883"/>
                    <a:pt x="0" y="2274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377"/>
              <a:endParaRPr lang="zh-CN" altLang="en-US" sz="4400" b="1" i="1" dirty="0">
                <a:solidFill>
                  <a:prstClr val="black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10" name="任意多边形 13">
              <a:extLst>
                <a:ext uri="{FF2B5EF4-FFF2-40B4-BE49-F238E27FC236}">
                  <a16:creationId xmlns:a16="http://schemas.microsoft.com/office/drawing/2014/main" id="{102E8200-CA5F-48F8-BD10-F6740D64757F}"/>
                </a:ext>
              </a:extLst>
            </p:cNvPr>
            <p:cNvSpPr/>
            <p:nvPr/>
          </p:nvSpPr>
          <p:spPr>
            <a:xfrm>
              <a:off x="10304206" y="0"/>
              <a:ext cx="1887794" cy="3046772"/>
            </a:xfrm>
            <a:custGeom>
              <a:avLst/>
              <a:gdLst>
                <a:gd name="connsiteX0" fmla="*/ 1158976 w 1887794"/>
                <a:gd name="connsiteY0" fmla="*/ 0 h 3046772"/>
                <a:gd name="connsiteX1" fmla="*/ 1887794 w 1887794"/>
                <a:gd name="connsiteY1" fmla="*/ 0 h 3046772"/>
                <a:gd name="connsiteX2" fmla="*/ 1887794 w 1887794"/>
                <a:gd name="connsiteY2" fmla="*/ 3046772 h 3046772"/>
                <a:gd name="connsiteX3" fmla="*/ 0 w 1887794"/>
                <a:gd name="connsiteY3" fmla="*/ 1158977 h 304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7794" h="3046772">
                  <a:moveTo>
                    <a:pt x="1158976" y="0"/>
                  </a:moveTo>
                  <a:lnTo>
                    <a:pt x="1887794" y="0"/>
                  </a:lnTo>
                  <a:lnTo>
                    <a:pt x="1887794" y="3046772"/>
                  </a:lnTo>
                  <a:lnTo>
                    <a:pt x="0" y="1158977"/>
                  </a:ln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 36">
              <a:extLst>
                <a:ext uri="{FF2B5EF4-FFF2-40B4-BE49-F238E27FC236}">
                  <a16:creationId xmlns:a16="http://schemas.microsoft.com/office/drawing/2014/main" id="{EEC50B43-2028-4B75-A700-072F84779072}"/>
                </a:ext>
              </a:extLst>
            </p:cNvPr>
            <p:cNvSpPr/>
            <p:nvPr/>
          </p:nvSpPr>
          <p:spPr>
            <a:xfrm>
              <a:off x="10776112" y="1053972"/>
              <a:ext cx="423952" cy="990710"/>
            </a:xfrm>
            <a:custGeom>
              <a:avLst/>
              <a:gdLst>
                <a:gd name="connsiteX0" fmla="*/ 383577 w 423952"/>
                <a:gd name="connsiteY0" fmla="*/ 960489 h 990710"/>
                <a:gd name="connsiteX1" fmla="*/ 413798 w 423952"/>
                <a:gd name="connsiteY1" fmla="*/ 964577 h 990710"/>
                <a:gd name="connsiteX2" fmla="*/ 413798 w 423952"/>
                <a:gd name="connsiteY2" fmla="*/ 990710 h 990710"/>
                <a:gd name="connsiteX3" fmla="*/ 185496 w 423952"/>
                <a:gd name="connsiteY3" fmla="*/ 436778 h 990710"/>
                <a:gd name="connsiteX4" fmla="*/ 348216 w 423952"/>
                <a:gd name="connsiteY4" fmla="*/ 498244 h 990710"/>
                <a:gd name="connsiteX5" fmla="*/ 423952 w 423952"/>
                <a:gd name="connsiteY5" fmla="*/ 673587 h 990710"/>
                <a:gd name="connsiteX6" fmla="*/ 370444 w 423952"/>
                <a:gd name="connsiteY6" fmla="*/ 810788 h 990710"/>
                <a:gd name="connsiteX7" fmla="*/ 309731 w 423952"/>
                <a:gd name="connsiteY7" fmla="*/ 851330 h 990710"/>
                <a:gd name="connsiteX8" fmla="*/ 279803 w 423952"/>
                <a:gd name="connsiteY8" fmla="*/ 856715 h 990710"/>
                <a:gd name="connsiteX9" fmla="*/ 207238 w 423952"/>
                <a:gd name="connsiteY9" fmla="*/ 784150 h 990710"/>
                <a:gd name="connsiteX10" fmla="*/ 230772 w 423952"/>
                <a:gd name="connsiteY10" fmla="*/ 788561 h 990710"/>
                <a:gd name="connsiteX11" fmla="*/ 319130 w 423952"/>
                <a:gd name="connsiteY11" fmla="*/ 756045 h 990710"/>
                <a:gd name="connsiteX12" fmla="*/ 352332 w 423952"/>
                <a:gd name="connsiteY12" fmla="*/ 670843 h 990710"/>
                <a:gd name="connsiteX13" fmla="*/ 331340 w 423952"/>
                <a:gd name="connsiteY13" fmla="*/ 591678 h 990710"/>
                <a:gd name="connsiteX14" fmla="*/ 270972 w 423952"/>
                <a:gd name="connsiteY14" fmla="*/ 533916 h 990710"/>
                <a:gd name="connsiteX15" fmla="*/ 189612 w 423952"/>
                <a:gd name="connsiteY15" fmla="*/ 511964 h 990710"/>
                <a:gd name="connsiteX16" fmla="*/ 105370 w 423952"/>
                <a:gd name="connsiteY16" fmla="*/ 542423 h 990710"/>
                <a:gd name="connsiteX17" fmla="*/ 70796 w 423952"/>
                <a:gd name="connsiteY17" fmla="*/ 629957 h 990710"/>
                <a:gd name="connsiteX18" fmla="*/ 74979 w 423952"/>
                <a:gd name="connsiteY18" fmla="*/ 651890 h 990710"/>
                <a:gd name="connsiteX19" fmla="*/ 6918 w 423952"/>
                <a:gd name="connsiteY19" fmla="*/ 583830 h 990710"/>
                <a:gd name="connsiteX20" fmla="*/ 12760 w 423952"/>
                <a:gd name="connsiteY20" fmla="*/ 548356 h 990710"/>
                <a:gd name="connsiteX21" fmla="*/ 51040 w 423952"/>
                <a:gd name="connsiteY21" fmla="*/ 488228 h 990710"/>
                <a:gd name="connsiteX22" fmla="*/ 185496 w 423952"/>
                <a:gd name="connsiteY22" fmla="*/ 436778 h 990710"/>
                <a:gd name="connsiteX23" fmla="*/ 196472 w 423952"/>
                <a:gd name="connsiteY23" fmla="*/ 0 h 990710"/>
                <a:gd name="connsiteX24" fmla="*/ 308566 w 423952"/>
                <a:gd name="connsiteY24" fmla="*/ 31968 h 990710"/>
                <a:gd name="connsiteX25" fmla="*/ 393082 w 423952"/>
                <a:gd name="connsiteY25" fmla="*/ 118542 h 990710"/>
                <a:gd name="connsiteX26" fmla="*/ 423952 w 423952"/>
                <a:gd name="connsiteY26" fmla="*/ 237632 h 990710"/>
                <a:gd name="connsiteX27" fmla="*/ 361534 w 423952"/>
                <a:gd name="connsiteY27" fmla="*/ 394316 h 990710"/>
                <a:gd name="connsiteX28" fmla="*/ 310392 w 423952"/>
                <a:gd name="connsiteY28" fmla="*/ 339161 h 990710"/>
                <a:gd name="connsiteX29" fmla="*/ 342054 w 423952"/>
                <a:gd name="connsiteY29" fmla="*/ 295531 h 990710"/>
                <a:gd name="connsiteX30" fmla="*/ 353156 w 423952"/>
                <a:gd name="connsiteY30" fmla="*/ 239553 h 990710"/>
                <a:gd name="connsiteX31" fmla="*/ 331500 w 423952"/>
                <a:gd name="connsiteY31" fmla="*/ 158604 h 990710"/>
                <a:gd name="connsiteX32" fmla="*/ 274206 w 423952"/>
                <a:gd name="connsiteY32" fmla="*/ 98373 h 990710"/>
                <a:gd name="connsiteX33" fmla="*/ 198268 w 423952"/>
                <a:gd name="connsiteY33" fmla="*/ 76833 h 990710"/>
                <a:gd name="connsiteX34" fmla="*/ 107120 w 423952"/>
                <a:gd name="connsiteY34" fmla="*/ 114700 h 990710"/>
                <a:gd name="connsiteX35" fmla="*/ 70796 w 423952"/>
                <a:gd name="connsiteY35" fmla="*/ 211838 h 990710"/>
                <a:gd name="connsiteX36" fmla="*/ 107566 w 423952"/>
                <a:gd name="connsiteY36" fmla="*/ 321599 h 990710"/>
                <a:gd name="connsiteX37" fmla="*/ 48570 w 423952"/>
                <a:gd name="connsiteY37" fmla="*/ 366327 h 990710"/>
                <a:gd name="connsiteX38" fmla="*/ 0 w 423952"/>
                <a:gd name="connsiteY38" fmla="*/ 206899 h 990710"/>
                <a:gd name="connsiteX39" fmla="*/ 24148 w 423952"/>
                <a:gd name="connsiteY39" fmla="*/ 98648 h 990710"/>
                <a:gd name="connsiteX40" fmla="*/ 95080 w 423952"/>
                <a:gd name="connsiteY40" fmla="*/ 27029 h 990710"/>
                <a:gd name="connsiteX41" fmla="*/ 196472 w 423952"/>
                <a:gd name="connsiteY41" fmla="*/ 0 h 99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952" h="990710">
                  <a:moveTo>
                    <a:pt x="383577" y="960489"/>
                  </a:moveTo>
                  <a:lnTo>
                    <a:pt x="413798" y="964577"/>
                  </a:lnTo>
                  <a:lnTo>
                    <a:pt x="413798" y="990710"/>
                  </a:lnTo>
                  <a:close/>
                  <a:moveTo>
                    <a:pt x="185496" y="436778"/>
                  </a:moveTo>
                  <a:cubicBezTo>
                    <a:pt x="248608" y="436778"/>
                    <a:pt x="302848" y="457267"/>
                    <a:pt x="348216" y="498244"/>
                  </a:cubicBezTo>
                  <a:cubicBezTo>
                    <a:pt x="398706" y="543978"/>
                    <a:pt x="423952" y="602425"/>
                    <a:pt x="423952" y="673587"/>
                  </a:cubicBezTo>
                  <a:cubicBezTo>
                    <a:pt x="423952" y="729016"/>
                    <a:pt x="406116" y="774750"/>
                    <a:pt x="370444" y="810788"/>
                  </a:cubicBezTo>
                  <a:cubicBezTo>
                    <a:pt x="352607" y="828807"/>
                    <a:pt x="332370" y="842321"/>
                    <a:pt x="309731" y="851330"/>
                  </a:cubicBezTo>
                  <a:lnTo>
                    <a:pt x="279803" y="856715"/>
                  </a:lnTo>
                  <a:lnTo>
                    <a:pt x="207238" y="784150"/>
                  </a:lnTo>
                  <a:lnTo>
                    <a:pt x="230772" y="788561"/>
                  </a:lnTo>
                  <a:cubicBezTo>
                    <a:pt x="267542" y="788561"/>
                    <a:pt x="296994" y="777722"/>
                    <a:pt x="319130" y="756045"/>
                  </a:cubicBezTo>
                  <a:cubicBezTo>
                    <a:pt x="341266" y="734367"/>
                    <a:pt x="352332" y="705966"/>
                    <a:pt x="352332" y="670843"/>
                  </a:cubicBezTo>
                  <a:cubicBezTo>
                    <a:pt x="352332" y="641939"/>
                    <a:pt x="345336" y="615551"/>
                    <a:pt x="331340" y="591678"/>
                  </a:cubicBezTo>
                  <a:cubicBezTo>
                    <a:pt x="317346" y="567805"/>
                    <a:pt x="297224" y="548551"/>
                    <a:pt x="270972" y="533916"/>
                  </a:cubicBezTo>
                  <a:cubicBezTo>
                    <a:pt x="244722" y="519282"/>
                    <a:pt x="217602" y="511964"/>
                    <a:pt x="189612" y="511964"/>
                  </a:cubicBezTo>
                  <a:cubicBezTo>
                    <a:pt x="156502" y="511964"/>
                    <a:pt x="128420" y="522117"/>
                    <a:pt x="105370" y="542423"/>
                  </a:cubicBezTo>
                  <a:cubicBezTo>
                    <a:pt x="82322" y="562729"/>
                    <a:pt x="70796" y="591907"/>
                    <a:pt x="70796" y="629957"/>
                  </a:cubicBezTo>
                  <a:lnTo>
                    <a:pt x="74979" y="651890"/>
                  </a:lnTo>
                  <a:lnTo>
                    <a:pt x="6918" y="583830"/>
                  </a:lnTo>
                  <a:lnTo>
                    <a:pt x="12760" y="548356"/>
                  </a:lnTo>
                  <a:cubicBezTo>
                    <a:pt x="21267" y="525421"/>
                    <a:pt x="34027" y="505378"/>
                    <a:pt x="51040" y="488228"/>
                  </a:cubicBezTo>
                  <a:cubicBezTo>
                    <a:pt x="85066" y="453928"/>
                    <a:pt x="129884" y="436778"/>
                    <a:pt x="185496" y="436778"/>
                  </a:cubicBezTo>
                  <a:close/>
                  <a:moveTo>
                    <a:pt x="196472" y="0"/>
                  </a:moveTo>
                  <a:cubicBezTo>
                    <a:pt x="235438" y="0"/>
                    <a:pt x="272802" y="10656"/>
                    <a:pt x="308566" y="31968"/>
                  </a:cubicBezTo>
                  <a:cubicBezTo>
                    <a:pt x="344330" y="53280"/>
                    <a:pt x="372502" y="82138"/>
                    <a:pt x="393082" y="118542"/>
                  </a:cubicBezTo>
                  <a:cubicBezTo>
                    <a:pt x="413662" y="154946"/>
                    <a:pt x="423952" y="194642"/>
                    <a:pt x="423952" y="237632"/>
                  </a:cubicBezTo>
                  <a:cubicBezTo>
                    <a:pt x="423952" y="298001"/>
                    <a:pt x="403146" y="350228"/>
                    <a:pt x="361534" y="394316"/>
                  </a:cubicBezTo>
                  <a:lnTo>
                    <a:pt x="310392" y="339161"/>
                  </a:lnTo>
                  <a:cubicBezTo>
                    <a:pt x="324098" y="327270"/>
                    <a:pt x="334652" y="312727"/>
                    <a:pt x="342054" y="295531"/>
                  </a:cubicBezTo>
                  <a:cubicBezTo>
                    <a:pt x="349456" y="278335"/>
                    <a:pt x="353156" y="259676"/>
                    <a:pt x="353156" y="239553"/>
                  </a:cubicBezTo>
                  <a:cubicBezTo>
                    <a:pt x="353156" y="211381"/>
                    <a:pt x="345938" y="184398"/>
                    <a:pt x="331500" y="158604"/>
                  </a:cubicBezTo>
                  <a:cubicBezTo>
                    <a:pt x="317062" y="132811"/>
                    <a:pt x="297964" y="112733"/>
                    <a:pt x="274206" y="98373"/>
                  </a:cubicBezTo>
                  <a:cubicBezTo>
                    <a:pt x="250446" y="84013"/>
                    <a:pt x="225134" y="76833"/>
                    <a:pt x="198268" y="76833"/>
                  </a:cubicBezTo>
                  <a:cubicBezTo>
                    <a:pt x="161720" y="76833"/>
                    <a:pt x="131336" y="89455"/>
                    <a:pt x="107120" y="114700"/>
                  </a:cubicBezTo>
                  <a:cubicBezTo>
                    <a:pt x="82904" y="139945"/>
                    <a:pt x="70796" y="172324"/>
                    <a:pt x="70796" y="211838"/>
                  </a:cubicBezTo>
                  <a:cubicBezTo>
                    <a:pt x="70796" y="254096"/>
                    <a:pt x="83052" y="290683"/>
                    <a:pt x="107566" y="321599"/>
                  </a:cubicBezTo>
                  <a:lnTo>
                    <a:pt x="48570" y="366327"/>
                  </a:lnTo>
                  <a:cubicBezTo>
                    <a:pt x="16190" y="320410"/>
                    <a:pt x="0" y="267267"/>
                    <a:pt x="0" y="206899"/>
                  </a:cubicBezTo>
                  <a:cubicBezTo>
                    <a:pt x="0" y="164458"/>
                    <a:pt x="8050" y="128374"/>
                    <a:pt x="24148" y="98648"/>
                  </a:cubicBezTo>
                  <a:cubicBezTo>
                    <a:pt x="40246" y="68921"/>
                    <a:pt x="63890" y="45048"/>
                    <a:pt x="95080" y="27029"/>
                  </a:cubicBezTo>
                  <a:cubicBezTo>
                    <a:pt x="126272" y="9010"/>
                    <a:pt x="160068" y="0"/>
                    <a:pt x="1964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12" name="图片占位符 18">
            <a:extLst>
              <a:ext uri="{FF2B5EF4-FFF2-40B4-BE49-F238E27FC236}">
                <a16:creationId xmlns:a16="http://schemas.microsoft.com/office/drawing/2014/main" id="{E8A1042A-1F01-451C-8E5A-4F5CC1C2A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31250"/>
          <a:stretch>
            <a:fillRect/>
          </a:stretch>
        </p:blipFill>
        <p:spPr>
          <a:xfrm>
            <a:off x="203202" y="763642"/>
            <a:ext cx="2868559" cy="5737121"/>
          </a:xfrm>
          <a:prstGeom prst="rect">
            <a:avLst/>
          </a:prstGeom>
        </p:spPr>
      </p:pic>
      <p:sp>
        <p:nvSpPr>
          <p:cNvPr id="13" name="內容版面配置區 23">
            <a:extLst>
              <a:ext uri="{FF2B5EF4-FFF2-40B4-BE49-F238E27FC236}">
                <a16:creationId xmlns:a16="http://schemas.microsoft.com/office/drawing/2014/main" id="{AB9461FB-EAEE-42BB-B4F0-0E1CC886EC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0927" y="2152591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內容版面配置區 23">
            <a:extLst>
              <a:ext uri="{FF2B5EF4-FFF2-40B4-BE49-F238E27FC236}">
                <a16:creationId xmlns:a16="http://schemas.microsoft.com/office/drawing/2014/main" id="{C474C07A-44D9-4BCE-9836-D59A7C563DC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0927" y="2964597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內容版面配置區 23">
            <a:extLst>
              <a:ext uri="{FF2B5EF4-FFF2-40B4-BE49-F238E27FC236}">
                <a16:creationId xmlns:a16="http://schemas.microsoft.com/office/drawing/2014/main" id="{36F4B826-5A88-4A66-A3E6-52D06F3F64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22255" y="3790780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6" name="內容版面配置區 23">
            <a:extLst>
              <a:ext uri="{FF2B5EF4-FFF2-40B4-BE49-F238E27FC236}">
                <a16:creationId xmlns:a16="http://schemas.microsoft.com/office/drawing/2014/main" id="{8BC6369A-CD7C-4B0F-9B68-812E8D4095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20927" y="4619324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7" name="圖片 1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117FCD0B-C5B8-41BD-9B9A-8DA691C07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32" y="5799844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18">
            <a:extLst>
              <a:ext uri="{FF2B5EF4-FFF2-40B4-BE49-F238E27FC236}">
                <a16:creationId xmlns:a16="http://schemas.microsoft.com/office/drawing/2014/main" id="{819DFFE6-002B-4C62-B71C-892D897AC9C4}"/>
              </a:ext>
            </a:extLst>
          </p:cNvPr>
          <p:cNvGrpSpPr/>
          <p:nvPr userDrawn="1"/>
        </p:nvGrpSpPr>
        <p:grpSpPr>
          <a:xfrm>
            <a:off x="4077198" y="1754083"/>
            <a:ext cx="4070551" cy="4070552"/>
            <a:chOff x="4060725" y="1754087"/>
            <a:chExt cx="4070550" cy="4070552"/>
          </a:xfrm>
        </p:grpSpPr>
        <p:sp>
          <p:nvSpPr>
            <p:cNvPr id="37" name="菱形 36">
              <a:extLst>
                <a:ext uri="{FF2B5EF4-FFF2-40B4-BE49-F238E27FC236}">
                  <a16:creationId xmlns:a16="http://schemas.microsoft.com/office/drawing/2014/main" id="{1BD25681-823E-45D9-A340-1B0446FAB714}"/>
                </a:ext>
              </a:extLst>
            </p:cNvPr>
            <p:cNvSpPr/>
            <p:nvPr/>
          </p:nvSpPr>
          <p:spPr>
            <a:xfrm>
              <a:off x="4060725" y="1754087"/>
              <a:ext cx="4070550" cy="4070552"/>
            </a:xfrm>
            <a:prstGeom prst="diamond">
              <a:avLst/>
            </a:prstGeom>
            <a:noFill/>
            <a:ln w="76200">
              <a:solidFill>
                <a:srgbClr val="BF1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3F4F5BF4-7B9D-4230-A071-8B6C9E1C4D70}"/>
                </a:ext>
              </a:extLst>
            </p:cNvPr>
            <p:cNvSpPr/>
            <p:nvPr/>
          </p:nvSpPr>
          <p:spPr>
            <a:xfrm>
              <a:off x="5923834" y="4860131"/>
              <a:ext cx="344328" cy="343724"/>
            </a:xfrm>
            <a:custGeom>
              <a:avLst/>
              <a:gdLst>
                <a:gd name="connsiteX0" fmla="*/ 320385 w 604110"/>
                <a:gd name="connsiteY0" fmla="*/ 164550 h 603052"/>
                <a:gd name="connsiteX1" fmla="*/ 339813 w 604110"/>
                <a:gd name="connsiteY1" fmla="*/ 172569 h 603052"/>
                <a:gd name="connsiteX2" fmla="*/ 449654 w 604110"/>
                <a:gd name="connsiteY2" fmla="*/ 282231 h 603052"/>
                <a:gd name="connsiteX3" fmla="*/ 457617 w 604110"/>
                <a:gd name="connsiteY3" fmla="*/ 301558 h 603052"/>
                <a:gd name="connsiteX4" fmla="*/ 449654 w 604110"/>
                <a:gd name="connsiteY4" fmla="*/ 320886 h 603052"/>
                <a:gd name="connsiteX5" fmla="*/ 339813 w 604110"/>
                <a:gd name="connsiteY5" fmla="*/ 430548 h 603052"/>
                <a:gd name="connsiteX6" fmla="*/ 320316 w 604110"/>
                <a:gd name="connsiteY6" fmla="*/ 438635 h 603052"/>
                <a:gd name="connsiteX7" fmla="*/ 300957 w 604110"/>
                <a:gd name="connsiteY7" fmla="*/ 430548 h 603052"/>
                <a:gd name="connsiteX8" fmla="*/ 300957 w 604110"/>
                <a:gd name="connsiteY8" fmla="*/ 391892 h 603052"/>
                <a:gd name="connsiteX9" fmla="*/ 363841 w 604110"/>
                <a:gd name="connsiteY9" fmla="*/ 328974 h 603052"/>
                <a:gd name="connsiteX10" fmla="*/ 173954 w 604110"/>
                <a:gd name="connsiteY10" fmla="*/ 328974 h 603052"/>
                <a:gd name="connsiteX11" fmla="*/ 146494 w 604110"/>
                <a:gd name="connsiteY11" fmla="*/ 301558 h 603052"/>
                <a:gd name="connsiteX12" fmla="*/ 173954 w 604110"/>
                <a:gd name="connsiteY12" fmla="*/ 274143 h 603052"/>
                <a:gd name="connsiteX13" fmla="*/ 363978 w 604110"/>
                <a:gd name="connsiteY13" fmla="*/ 274143 h 603052"/>
                <a:gd name="connsiteX14" fmla="*/ 300957 w 604110"/>
                <a:gd name="connsiteY14" fmla="*/ 211225 h 603052"/>
                <a:gd name="connsiteX15" fmla="*/ 300957 w 604110"/>
                <a:gd name="connsiteY15" fmla="*/ 172569 h 603052"/>
                <a:gd name="connsiteX16" fmla="*/ 320385 w 604110"/>
                <a:gd name="connsiteY16" fmla="*/ 164550 h 603052"/>
                <a:gd name="connsiteX17" fmla="*/ 302055 w 604110"/>
                <a:gd name="connsiteY17" fmla="*/ 54823 h 603052"/>
                <a:gd name="connsiteX18" fmla="*/ 54919 w 604110"/>
                <a:gd name="connsiteY18" fmla="*/ 301526 h 603052"/>
                <a:gd name="connsiteX19" fmla="*/ 302055 w 604110"/>
                <a:gd name="connsiteY19" fmla="*/ 548229 h 603052"/>
                <a:gd name="connsiteX20" fmla="*/ 549191 w 604110"/>
                <a:gd name="connsiteY20" fmla="*/ 301526 h 603052"/>
                <a:gd name="connsiteX21" fmla="*/ 302055 w 604110"/>
                <a:gd name="connsiteY21" fmla="*/ 54823 h 603052"/>
                <a:gd name="connsiteX22" fmla="*/ 302055 w 604110"/>
                <a:gd name="connsiteY22" fmla="*/ 0 h 603052"/>
                <a:gd name="connsiteX23" fmla="*/ 604110 w 604110"/>
                <a:gd name="connsiteY23" fmla="*/ 301526 h 603052"/>
                <a:gd name="connsiteX24" fmla="*/ 302055 w 604110"/>
                <a:gd name="connsiteY24" fmla="*/ 603052 h 603052"/>
                <a:gd name="connsiteX25" fmla="*/ 0 w 604110"/>
                <a:gd name="connsiteY25" fmla="*/ 301526 h 603052"/>
                <a:gd name="connsiteX26" fmla="*/ 302055 w 604110"/>
                <a:gd name="connsiteY26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4110" h="603052">
                  <a:moveTo>
                    <a:pt x="320385" y="164550"/>
                  </a:moveTo>
                  <a:cubicBezTo>
                    <a:pt x="327422" y="164550"/>
                    <a:pt x="334458" y="167223"/>
                    <a:pt x="339813" y="172569"/>
                  </a:cubicBezTo>
                  <a:lnTo>
                    <a:pt x="449654" y="282231"/>
                  </a:lnTo>
                  <a:cubicBezTo>
                    <a:pt x="454734" y="287302"/>
                    <a:pt x="457617" y="294293"/>
                    <a:pt x="457617" y="301558"/>
                  </a:cubicBezTo>
                  <a:cubicBezTo>
                    <a:pt x="457617" y="308824"/>
                    <a:pt x="454734" y="315814"/>
                    <a:pt x="449654" y="320886"/>
                  </a:cubicBezTo>
                  <a:lnTo>
                    <a:pt x="339813" y="430548"/>
                  </a:lnTo>
                  <a:cubicBezTo>
                    <a:pt x="334458" y="436031"/>
                    <a:pt x="327319" y="438635"/>
                    <a:pt x="320316" y="438635"/>
                  </a:cubicBezTo>
                  <a:cubicBezTo>
                    <a:pt x="313314" y="438635"/>
                    <a:pt x="306312" y="436031"/>
                    <a:pt x="300957" y="430548"/>
                  </a:cubicBezTo>
                  <a:cubicBezTo>
                    <a:pt x="290248" y="419856"/>
                    <a:pt x="290248" y="402584"/>
                    <a:pt x="300957" y="391892"/>
                  </a:cubicBezTo>
                  <a:lnTo>
                    <a:pt x="363841" y="328974"/>
                  </a:lnTo>
                  <a:lnTo>
                    <a:pt x="173954" y="328974"/>
                  </a:lnTo>
                  <a:cubicBezTo>
                    <a:pt x="158714" y="328974"/>
                    <a:pt x="146494" y="316774"/>
                    <a:pt x="146494" y="301558"/>
                  </a:cubicBezTo>
                  <a:cubicBezTo>
                    <a:pt x="146494" y="286480"/>
                    <a:pt x="158714" y="274143"/>
                    <a:pt x="173954" y="274143"/>
                  </a:cubicBezTo>
                  <a:lnTo>
                    <a:pt x="363978" y="274143"/>
                  </a:lnTo>
                  <a:lnTo>
                    <a:pt x="300957" y="211225"/>
                  </a:lnTo>
                  <a:cubicBezTo>
                    <a:pt x="290248" y="200533"/>
                    <a:pt x="290248" y="183261"/>
                    <a:pt x="300957" y="172569"/>
                  </a:cubicBezTo>
                  <a:cubicBezTo>
                    <a:pt x="306312" y="167223"/>
                    <a:pt x="313349" y="164550"/>
                    <a:pt x="320385" y="164550"/>
                  </a:cubicBezTo>
                  <a:close/>
                  <a:moveTo>
                    <a:pt x="302055" y="54823"/>
                  </a:moveTo>
                  <a:cubicBezTo>
                    <a:pt x="165718" y="54823"/>
                    <a:pt x="54919" y="165428"/>
                    <a:pt x="54919" y="301526"/>
                  </a:cubicBezTo>
                  <a:cubicBezTo>
                    <a:pt x="54919" y="437624"/>
                    <a:pt x="165718" y="548229"/>
                    <a:pt x="302055" y="548229"/>
                  </a:cubicBezTo>
                  <a:cubicBezTo>
                    <a:pt x="438392" y="548229"/>
                    <a:pt x="549191" y="437624"/>
                    <a:pt x="549191" y="301526"/>
                  </a:cubicBezTo>
                  <a:cubicBezTo>
                    <a:pt x="549191" y="165428"/>
                    <a:pt x="438392" y="54823"/>
                    <a:pt x="302055" y="54823"/>
                  </a:cubicBezTo>
                  <a:close/>
                  <a:moveTo>
                    <a:pt x="302055" y="0"/>
                  </a:moveTo>
                  <a:cubicBezTo>
                    <a:pt x="468597" y="0"/>
                    <a:pt x="604110" y="135275"/>
                    <a:pt x="604110" y="301526"/>
                  </a:cubicBezTo>
                  <a:cubicBezTo>
                    <a:pt x="604110" y="467777"/>
                    <a:pt x="468597" y="603052"/>
                    <a:pt x="302055" y="603052"/>
                  </a:cubicBezTo>
                  <a:cubicBezTo>
                    <a:pt x="135513" y="603052"/>
                    <a:pt x="0" y="467777"/>
                    <a:pt x="0" y="301526"/>
                  </a:cubicBezTo>
                  <a:cubicBezTo>
                    <a:pt x="0" y="135275"/>
                    <a:pt x="135513" y="0"/>
                    <a:pt x="302055" y="0"/>
                  </a:cubicBez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占位符 17">
            <a:extLst>
              <a:ext uri="{FF2B5EF4-FFF2-40B4-BE49-F238E27FC236}">
                <a16:creationId xmlns:a16="http://schemas.microsoft.com/office/drawing/2014/main" id="{13E67AB8-B2C5-4C16-899E-3761E1789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897279" y="-5"/>
            <a:ext cx="6430391" cy="3214279"/>
          </a:xfrm>
          <a:custGeom>
            <a:avLst/>
            <a:gdLst>
              <a:gd name="connsiteX0" fmla="*/ 4011555 w 6430391"/>
              <a:gd name="connsiteY0" fmla="*/ 1 h 3214278"/>
              <a:gd name="connsiteX1" fmla="*/ 6430391 w 6430391"/>
              <a:gd name="connsiteY1" fmla="*/ 1 h 3214278"/>
              <a:gd name="connsiteX2" fmla="*/ 5220973 w 6430391"/>
              <a:gd name="connsiteY2" fmla="*/ 1209420 h 3214278"/>
              <a:gd name="connsiteX3" fmla="*/ 0 w 6430391"/>
              <a:gd name="connsiteY3" fmla="*/ 1 h 3214278"/>
              <a:gd name="connsiteX4" fmla="*/ 2418837 w 6430391"/>
              <a:gd name="connsiteY4" fmla="*/ 1 h 3214278"/>
              <a:gd name="connsiteX5" fmla="*/ 1209418 w 6430391"/>
              <a:gd name="connsiteY5" fmla="*/ 1209420 h 3214278"/>
              <a:gd name="connsiteX6" fmla="*/ 2594894 w 6430391"/>
              <a:gd name="connsiteY6" fmla="*/ 0 h 3214278"/>
              <a:gd name="connsiteX7" fmla="*/ 3835497 w 6430391"/>
              <a:gd name="connsiteY7" fmla="*/ 0 h 3214278"/>
              <a:gd name="connsiteX8" fmla="*/ 5132484 w 6430391"/>
              <a:gd name="connsiteY8" fmla="*/ 1296988 h 3214278"/>
              <a:gd name="connsiteX9" fmla="*/ 3215195 w 6430391"/>
              <a:gd name="connsiteY9" fmla="*/ 3214278 h 3214278"/>
              <a:gd name="connsiteX10" fmla="*/ 1297906 w 6430391"/>
              <a:gd name="connsiteY10" fmla="*/ 1296988 h 321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30391" h="3214278">
                <a:moveTo>
                  <a:pt x="4011555" y="1"/>
                </a:moveTo>
                <a:lnTo>
                  <a:pt x="6430391" y="1"/>
                </a:lnTo>
                <a:lnTo>
                  <a:pt x="5220973" y="1209420"/>
                </a:lnTo>
                <a:close/>
                <a:moveTo>
                  <a:pt x="0" y="1"/>
                </a:moveTo>
                <a:lnTo>
                  <a:pt x="2418837" y="1"/>
                </a:lnTo>
                <a:lnTo>
                  <a:pt x="1209418" y="1209420"/>
                </a:lnTo>
                <a:close/>
                <a:moveTo>
                  <a:pt x="2594894" y="0"/>
                </a:moveTo>
                <a:lnTo>
                  <a:pt x="3835497" y="0"/>
                </a:lnTo>
                <a:lnTo>
                  <a:pt x="5132484" y="1296988"/>
                </a:lnTo>
                <a:lnTo>
                  <a:pt x="3215195" y="3214278"/>
                </a:lnTo>
                <a:lnTo>
                  <a:pt x="1297906" y="1296988"/>
                </a:lnTo>
                <a:close/>
              </a:path>
            </a:pathLst>
          </a:custGeom>
        </p:spPr>
      </p:pic>
      <p:sp>
        <p:nvSpPr>
          <p:cNvPr id="40" name="內容版面配置區 23">
            <a:extLst>
              <a:ext uri="{FF2B5EF4-FFF2-40B4-BE49-F238E27FC236}">
                <a16:creationId xmlns:a16="http://schemas.microsoft.com/office/drawing/2014/main" id="{03E79BBE-BF7D-4B32-8598-897E9A360B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021" y="3046274"/>
            <a:ext cx="2957958" cy="795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1" name="內容版面配置區 23">
            <a:extLst>
              <a:ext uri="{FF2B5EF4-FFF2-40B4-BE49-F238E27FC236}">
                <a16:creationId xmlns:a16="http://schemas.microsoft.com/office/drawing/2014/main" id="{1FEC6DFD-3F23-4926-BC95-8E43F81E4F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46792" y="3881767"/>
            <a:ext cx="3898415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42" name="圖片 41" descr="一張含有 文字, 美工圖案 的圖片&#10;&#10;自動產生的描述">
            <a:extLst>
              <a:ext uri="{FF2B5EF4-FFF2-40B4-BE49-F238E27FC236}">
                <a16:creationId xmlns:a16="http://schemas.microsoft.com/office/drawing/2014/main" id="{7922C155-CAF2-4520-89FB-AE5ECAA21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25" y="5824635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993522B9-C280-4A77-8D6A-27B4E1F4B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868" y="1615795"/>
            <a:ext cx="10375233" cy="46846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sp>
        <p:nvSpPr>
          <p:cNvPr id="23" name="任意多边形 20">
            <a:extLst>
              <a:ext uri="{FF2B5EF4-FFF2-40B4-BE49-F238E27FC236}">
                <a16:creationId xmlns:a16="http://schemas.microsoft.com/office/drawing/2014/main" id="{553179F2-C019-420E-9CCD-698016840EEC}"/>
              </a:ext>
            </a:extLst>
          </p:cNvPr>
          <p:cNvSpPr/>
          <p:nvPr userDrawn="1"/>
        </p:nvSpPr>
        <p:spPr>
          <a:xfrm>
            <a:off x="10362313" y="6619157"/>
            <a:ext cx="477684" cy="238843"/>
          </a:xfrm>
          <a:custGeom>
            <a:avLst/>
            <a:gdLst>
              <a:gd name="connsiteX0" fmla="*/ 238842 w 477684"/>
              <a:gd name="connsiteY0" fmla="*/ 0 h 238842"/>
              <a:gd name="connsiteX1" fmla="*/ 477684 w 477684"/>
              <a:gd name="connsiteY1" fmla="*/ 238842 h 238842"/>
              <a:gd name="connsiteX2" fmla="*/ 0 w 477684"/>
              <a:gd name="connsiteY2" fmla="*/ 238842 h 23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684" h="238842">
                <a:moveTo>
                  <a:pt x="238842" y="0"/>
                </a:moveTo>
                <a:lnTo>
                  <a:pt x="477684" y="238842"/>
                </a:lnTo>
                <a:lnTo>
                  <a:pt x="0" y="23884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4" name="任意多边形 22">
            <a:extLst>
              <a:ext uri="{FF2B5EF4-FFF2-40B4-BE49-F238E27FC236}">
                <a16:creationId xmlns:a16="http://schemas.microsoft.com/office/drawing/2014/main" id="{4033A2C2-81B3-4FE5-837D-3E2D489268BC}"/>
              </a:ext>
            </a:extLst>
          </p:cNvPr>
          <p:cNvSpPr/>
          <p:nvPr userDrawn="1"/>
        </p:nvSpPr>
        <p:spPr>
          <a:xfrm>
            <a:off x="346589" y="1"/>
            <a:ext cx="2219633" cy="1109817"/>
          </a:xfrm>
          <a:custGeom>
            <a:avLst/>
            <a:gdLst>
              <a:gd name="connsiteX0" fmla="*/ 0 w 2219633"/>
              <a:gd name="connsiteY0" fmla="*/ 0 h 1109817"/>
              <a:gd name="connsiteX1" fmla="*/ 2219633 w 2219633"/>
              <a:gd name="connsiteY1" fmla="*/ 0 h 1109817"/>
              <a:gd name="connsiteX2" fmla="*/ 1109817 w 2219633"/>
              <a:gd name="connsiteY2" fmla="*/ 1109817 h 110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633" h="1109817">
                <a:moveTo>
                  <a:pt x="0" y="0"/>
                </a:moveTo>
                <a:lnTo>
                  <a:pt x="2219633" y="0"/>
                </a:lnTo>
                <a:lnTo>
                  <a:pt x="1109817" y="110981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 26">
            <a:extLst>
              <a:ext uri="{FF2B5EF4-FFF2-40B4-BE49-F238E27FC236}">
                <a16:creationId xmlns:a16="http://schemas.microsoft.com/office/drawing/2014/main" id="{DC41E249-80A3-4234-ADC6-7866914D318C}"/>
              </a:ext>
            </a:extLst>
          </p:cNvPr>
          <p:cNvSpPr/>
          <p:nvPr userDrawn="1"/>
        </p:nvSpPr>
        <p:spPr>
          <a:xfrm>
            <a:off x="9560226" y="6346827"/>
            <a:ext cx="1022351" cy="511175"/>
          </a:xfrm>
          <a:custGeom>
            <a:avLst/>
            <a:gdLst>
              <a:gd name="connsiteX0" fmla="*/ 511175 w 1022350"/>
              <a:gd name="connsiteY0" fmla="*/ 0 h 511175"/>
              <a:gd name="connsiteX1" fmla="*/ 1022350 w 1022350"/>
              <a:gd name="connsiteY1" fmla="*/ 511175 h 511175"/>
              <a:gd name="connsiteX2" fmla="*/ 0 w 1022350"/>
              <a:gd name="connsiteY2" fmla="*/ 511175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350" h="511175">
                <a:moveTo>
                  <a:pt x="511175" y="0"/>
                </a:moveTo>
                <a:lnTo>
                  <a:pt x="1022350" y="511175"/>
                </a:lnTo>
                <a:lnTo>
                  <a:pt x="0" y="511175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7" name="椭圆 15">
            <a:extLst>
              <a:ext uri="{FF2B5EF4-FFF2-40B4-BE49-F238E27FC236}">
                <a16:creationId xmlns:a16="http://schemas.microsoft.com/office/drawing/2014/main" id="{BEBD887F-754F-4582-B1CA-F666421542FC}"/>
              </a:ext>
            </a:extLst>
          </p:cNvPr>
          <p:cNvSpPr/>
          <p:nvPr userDrawn="1"/>
        </p:nvSpPr>
        <p:spPr>
          <a:xfrm>
            <a:off x="1249938" y="286056"/>
            <a:ext cx="412932" cy="412323"/>
          </a:xfrm>
          <a:custGeom>
            <a:avLst/>
            <a:gdLst>
              <a:gd name="connsiteX0" fmla="*/ 414666 w 606487"/>
              <a:gd name="connsiteY0" fmla="*/ 244368 h 605592"/>
              <a:gd name="connsiteX1" fmla="*/ 440469 w 606487"/>
              <a:gd name="connsiteY1" fmla="*/ 270042 h 605592"/>
              <a:gd name="connsiteX2" fmla="*/ 440469 w 606487"/>
              <a:gd name="connsiteY2" fmla="*/ 381912 h 605592"/>
              <a:gd name="connsiteX3" fmla="*/ 414666 w 606487"/>
              <a:gd name="connsiteY3" fmla="*/ 407586 h 605592"/>
              <a:gd name="connsiteX4" fmla="*/ 388956 w 606487"/>
              <a:gd name="connsiteY4" fmla="*/ 381912 h 605592"/>
              <a:gd name="connsiteX5" fmla="*/ 388956 w 606487"/>
              <a:gd name="connsiteY5" fmla="*/ 270042 h 605592"/>
              <a:gd name="connsiteX6" fmla="*/ 414666 w 606487"/>
              <a:gd name="connsiteY6" fmla="*/ 244368 h 605592"/>
              <a:gd name="connsiteX7" fmla="*/ 302702 w 606487"/>
              <a:gd name="connsiteY7" fmla="*/ 167240 h 605592"/>
              <a:gd name="connsiteX8" fmla="*/ 328412 w 606487"/>
              <a:gd name="connsiteY8" fmla="*/ 192915 h 605592"/>
              <a:gd name="connsiteX9" fmla="*/ 328412 w 606487"/>
              <a:gd name="connsiteY9" fmla="*/ 381911 h 605592"/>
              <a:gd name="connsiteX10" fmla="*/ 302702 w 606487"/>
              <a:gd name="connsiteY10" fmla="*/ 407586 h 605592"/>
              <a:gd name="connsiteX11" fmla="*/ 276899 w 606487"/>
              <a:gd name="connsiteY11" fmla="*/ 381911 h 605592"/>
              <a:gd name="connsiteX12" fmla="*/ 276899 w 606487"/>
              <a:gd name="connsiteY12" fmla="*/ 192915 h 605592"/>
              <a:gd name="connsiteX13" fmla="*/ 302702 w 606487"/>
              <a:gd name="connsiteY13" fmla="*/ 167240 h 605592"/>
              <a:gd name="connsiteX14" fmla="*/ 190632 w 606487"/>
              <a:gd name="connsiteY14" fmla="*/ 107965 h 605592"/>
              <a:gd name="connsiteX15" fmla="*/ 216353 w 606487"/>
              <a:gd name="connsiteY15" fmla="*/ 133737 h 605592"/>
              <a:gd name="connsiteX16" fmla="*/ 216353 w 606487"/>
              <a:gd name="connsiteY16" fmla="*/ 381907 h 605592"/>
              <a:gd name="connsiteX17" fmla="*/ 190632 w 606487"/>
              <a:gd name="connsiteY17" fmla="*/ 407586 h 605592"/>
              <a:gd name="connsiteX18" fmla="*/ 164911 w 606487"/>
              <a:gd name="connsiteY18" fmla="*/ 381907 h 605592"/>
              <a:gd name="connsiteX19" fmla="*/ 164911 w 606487"/>
              <a:gd name="connsiteY19" fmla="*/ 133737 h 605592"/>
              <a:gd name="connsiteX20" fmla="*/ 190632 w 606487"/>
              <a:gd name="connsiteY20" fmla="*/ 107965 h 605592"/>
              <a:gd name="connsiteX21" fmla="*/ 86256 w 606487"/>
              <a:gd name="connsiteY21" fmla="*/ 51447 h 605592"/>
              <a:gd name="connsiteX22" fmla="*/ 86256 w 606487"/>
              <a:gd name="connsiteY22" fmla="*/ 464229 h 605592"/>
              <a:gd name="connsiteX23" fmla="*/ 517724 w 606487"/>
              <a:gd name="connsiteY23" fmla="*/ 464229 h 605592"/>
              <a:gd name="connsiteX24" fmla="*/ 517724 w 606487"/>
              <a:gd name="connsiteY24" fmla="*/ 51447 h 605592"/>
              <a:gd name="connsiteX25" fmla="*/ 25719 w 606487"/>
              <a:gd name="connsiteY25" fmla="*/ 0 h 605592"/>
              <a:gd name="connsiteX26" fmla="*/ 580861 w 606487"/>
              <a:gd name="connsiteY26" fmla="*/ 0 h 605592"/>
              <a:gd name="connsiteX27" fmla="*/ 606487 w 606487"/>
              <a:gd name="connsiteY27" fmla="*/ 25677 h 605592"/>
              <a:gd name="connsiteX28" fmla="*/ 579468 w 606487"/>
              <a:gd name="connsiteY28" fmla="*/ 51447 h 605592"/>
              <a:gd name="connsiteX29" fmla="*/ 569162 w 606487"/>
              <a:gd name="connsiteY29" fmla="*/ 51447 h 605592"/>
              <a:gd name="connsiteX30" fmla="*/ 569162 w 606487"/>
              <a:gd name="connsiteY30" fmla="*/ 488608 h 605592"/>
              <a:gd name="connsiteX31" fmla="*/ 543443 w 606487"/>
              <a:gd name="connsiteY31" fmla="*/ 514285 h 605592"/>
              <a:gd name="connsiteX32" fmla="*/ 476499 w 606487"/>
              <a:gd name="connsiteY32" fmla="*/ 514285 h 605592"/>
              <a:gd name="connsiteX33" fmla="*/ 476499 w 606487"/>
              <a:gd name="connsiteY33" fmla="*/ 579915 h 605592"/>
              <a:gd name="connsiteX34" fmla="*/ 450687 w 606487"/>
              <a:gd name="connsiteY34" fmla="*/ 605592 h 605592"/>
              <a:gd name="connsiteX35" fmla="*/ 424968 w 606487"/>
              <a:gd name="connsiteY35" fmla="*/ 579915 h 605592"/>
              <a:gd name="connsiteX36" fmla="*/ 424968 w 606487"/>
              <a:gd name="connsiteY36" fmla="*/ 514285 h 605592"/>
              <a:gd name="connsiteX37" fmla="*/ 180219 w 606487"/>
              <a:gd name="connsiteY37" fmla="*/ 514285 h 605592"/>
              <a:gd name="connsiteX38" fmla="*/ 180219 w 606487"/>
              <a:gd name="connsiteY38" fmla="*/ 579915 h 605592"/>
              <a:gd name="connsiteX39" fmla="*/ 154500 w 606487"/>
              <a:gd name="connsiteY39" fmla="*/ 605592 h 605592"/>
              <a:gd name="connsiteX40" fmla="*/ 128688 w 606487"/>
              <a:gd name="connsiteY40" fmla="*/ 579915 h 605592"/>
              <a:gd name="connsiteX41" fmla="*/ 128688 w 606487"/>
              <a:gd name="connsiteY41" fmla="*/ 514285 h 605592"/>
              <a:gd name="connsiteX42" fmla="*/ 61744 w 606487"/>
              <a:gd name="connsiteY42" fmla="*/ 514285 h 605592"/>
              <a:gd name="connsiteX43" fmla="*/ 36025 w 606487"/>
              <a:gd name="connsiteY43" fmla="*/ 488608 h 605592"/>
              <a:gd name="connsiteX44" fmla="*/ 36025 w 606487"/>
              <a:gd name="connsiteY44" fmla="*/ 51447 h 605592"/>
              <a:gd name="connsiteX45" fmla="*/ 25719 w 606487"/>
              <a:gd name="connsiteY45" fmla="*/ 51447 h 605592"/>
              <a:gd name="connsiteX46" fmla="*/ 0 w 606487"/>
              <a:gd name="connsiteY46" fmla="*/ 25677 h 605592"/>
              <a:gd name="connsiteX47" fmla="*/ 25719 w 606487"/>
              <a:gd name="connsiteY47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6487" h="605592">
                <a:moveTo>
                  <a:pt x="414666" y="244368"/>
                </a:moveTo>
                <a:cubicBezTo>
                  <a:pt x="428774" y="244368"/>
                  <a:pt x="440469" y="255954"/>
                  <a:pt x="440469" y="270042"/>
                </a:cubicBezTo>
                <a:lnTo>
                  <a:pt x="440469" y="381912"/>
                </a:lnTo>
                <a:cubicBezTo>
                  <a:pt x="439170" y="396000"/>
                  <a:pt x="428774" y="407586"/>
                  <a:pt x="414666" y="407586"/>
                </a:cubicBezTo>
                <a:cubicBezTo>
                  <a:pt x="400465" y="407586"/>
                  <a:pt x="388956" y="396000"/>
                  <a:pt x="388956" y="381912"/>
                </a:cubicBezTo>
                <a:lnTo>
                  <a:pt x="388956" y="270042"/>
                </a:lnTo>
                <a:cubicBezTo>
                  <a:pt x="388956" y="255954"/>
                  <a:pt x="400558" y="244368"/>
                  <a:pt x="414666" y="244368"/>
                </a:cubicBezTo>
                <a:close/>
                <a:moveTo>
                  <a:pt x="302702" y="167240"/>
                </a:moveTo>
                <a:cubicBezTo>
                  <a:pt x="316810" y="167240"/>
                  <a:pt x="328412" y="178826"/>
                  <a:pt x="328412" y="192915"/>
                </a:cubicBezTo>
                <a:lnTo>
                  <a:pt x="328412" y="381911"/>
                </a:lnTo>
                <a:cubicBezTo>
                  <a:pt x="328412" y="396000"/>
                  <a:pt x="316810" y="407586"/>
                  <a:pt x="302702" y="407586"/>
                </a:cubicBezTo>
                <a:cubicBezTo>
                  <a:pt x="288408" y="407586"/>
                  <a:pt x="276899" y="396000"/>
                  <a:pt x="276899" y="381911"/>
                </a:cubicBezTo>
                <a:lnTo>
                  <a:pt x="276899" y="192915"/>
                </a:lnTo>
                <a:cubicBezTo>
                  <a:pt x="276899" y="178826"/>
                  <a:pt x="288594" y="167240"/>
                  <a:pt x="302702" y="167240"/>
                </a:cubicBezTo>
                <a:close/>
                <a:moveTo>
                  <a:pt x="190632" y="107965"/>
                </a:moveTo>
                <a:cubicBezTo>
                  <a:pt x="204746" y="107965"/>
                  <a:pt x="216353" y="119646"/>
                  <a:pt x="216353" y="133737"/>
                </a:cubicBezTo>
                <a:lnTo>
                  <a:pt x="216353" y="381907"/>
                </a:lnTo>
                <a:cubicBezTo>
                  <a:pt x="216353" y="395998"/>
                  <a:pt x="204746" y="407586"/>
                  <a:pt x="190632" y="407586"/>
                </a:cubicBezTo>
                <a:cubicBezTo>
                  <a:pt x="176425" y="407586"/>
                  <a:pt x="164911" y="395998"/>
                  <a:pt x="164911" y="381907"/>
                </a:cubicBezTo>
                <a:lnTo>
                  <a:pt x="164911" y="133737"/>
                </a:lnTo>
                <a:cubicBezTo>
                  <a:pt x="164911" y="119646"/>
                  <a:pt x="176518" y="107965"/>
                  <a:pt x="190632" y="107965"/>
                </a:cubicBezTo>
                <a:close/>
                <a:moveTo>
                  <a:pt x="86256" y="51447"/>
                </a:moveTo>
                <a:lnTo>
                  <a:pt x="86256" y="464229"/>
                </a:lnTo>
                <a:lnTo>
                  <a:pt x="517724" y="464229"/>
                </a:lnTo>
                <a:lnTo>
                  <a:pt x="517724" y="51447"/>
                </a:lnTo>
                <a:close/>
                <a:moveTo>
                  <a:pt x="25719" y="0"/>
                </a:moveTo>
                <a:lnTo>
                  <a:pt x="580861" y="0"/>
                </a:lnTo>
                <a:cubicBezTo>
                  <a:pt x="594974" y="0"/>
                  <a:pt x="606580" y="11587"/>
                  <a:pt x="606487" y="25677"/>
                </a:cubicBezTo>
                <a:cubicBezTo>
                  <a:pt x="606487" y="39767"/>
                  <a:pt x="593581" y="51447"/>
                  <a:pt x="579468" y="51447"/>
                </a:cubicBezTo>
                <a:lnTo>
                  <a:pt x="569162" y="51447"/>
                </a:lnTo>
                <a:lnTo>
                  <a:pt x="569162" y="488608"/>
                </a:lnTo>
                <a:cubicBezTo>
                  <a:pt x="569162" y="503996"/>
                  <a:pt x="557556" y="514285"/>
                  <a:pt x="543443" y="514285"/>
                </a:cubicBezTo>
                <a:lnTo>
                  <a:pt x="476499" y="514285"/>
                </a:lnTo>
                <a:lnTo>
                  <a:pt x="476499" y="579915"/>
                </a:lnTo>
                <a:cubicBezTo>
                  <a:pt x="476499" y="594005"/>
                  <a:pt x="464800" y="605592"/>
                  <a:pt x="450687" y="605592"/>
                </a:cubicBezTo>
                <a:cubicBezTo>
                  <a:pt x="436574" y="605592"/>
                  <a:pt x="424968" y="594005"/>
                  <a:pt x="424968" y="579915"/>
                </a:cubicBezTo>
                <a:lnTo>
                  <a:pt x="424968" y="514285"/>
                </a:lnTo>
                <a:lnTo>
                  <a:pt x="180219" y="514285"/>
                </a:lnTo>
                <a:lnTo>
                  <a:pt x="180219" y="579915"/>
                </a:lnTo>
                <a:cubicBezTo>
                  <a:pt x="180219" y="594005"/>
                  <a:pt x="168613" y="605592"/>
                  <a:pt x="154500" y="605592"/>
                </a:cubicBezTo>
                <a:cubicBezTo>
                  <a:pt x="140387" y="605592"/>
                  <a:pt x="128688" y="594005"/>
                  <a:pt x="128688" y="579915"/>
                </a:cubicBezTo>
                <a:lnTo>
                  <a:pt x="128688" y="514285"/>
                </a:lnTo>
                <a:lnTo>
                  <a:pt x="61744" y="514285"/>
                </a:lnTo>
                <a:cubicBezTo>
                  <a:pt x="47631" y="514285"/>
                  <a:pt x="36025" y="502698"/>
                  <a:pt x="36025" y="488608"/>
                </a:cubicBezTo>
                <a:lnTo>
                  <a:pt x="36025" y="51447"/>
                </a:lnTo>
                <a:lnTo>
                  <a:pt x="25719" y="51447"/>
                </a:lnTo>
                <a:cubicBezTo>
                  <a:pt x="11606" y="51447"/>
                  <a:pt x="0" y="39767"/>
                  <a:pt x="0" y="25677"/>
                </a:cubicBezTo>
                <a:cubicBezTo>
                  <a:pt x="0" y="11587"/>
                  <a:pt x="11606" y="0"/>
                  <a:pt x="257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29" name="圖片 2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16D11F7-B693-452A-987C-7CD299A5E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804" y="5628036"/>
            <a:ext cx="2011092" cy="854956"/>
          </a:xfrm>
          <a:prstGeom prst="rect">
            <a:avLst/>
          </a:prstGeom>
        </p:spPr>
      </p:pic>
      <p:sp>
        <p:nvSpPr>
          <p:cNvPr id="8" name="內容版面配置區 23">
            <a:extLst>
              <a:ext uri="{FF2B5EF4-FFF2-40B4-BE49-F238E27FC236}">
                <a16:creationId xmlns:a16="http://schemas.microsoft.com/office/drawing/2014/main" id="{61D26570-7195-3C83-929E-5523AF2163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94771" y="505978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211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50" r:id="rId3"/>
    <p:sldLayoutId id="2147483649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041648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銷售提案Sales Kit・學校版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3891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模型主控台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5486400"/>
            <a:ext cx="7223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研究室與AI教室的模型主控台：老師在網頁上換模型，學生的IDE直接接上校內模型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619963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云碩科技股份有限公司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研究室的AI機，學期中換了三次模型，每次都要找同一位助教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325880"/>
            <a:ext cx="9509760" cy="1051560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8961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「老師，這週的課要用哪一顆模型？網址是多少？」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24912"/>
            <a:ext cx="108813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學校買了AI機放在研究室或AI教室，讓學生在校內就能用大模型寫程式、做專題。不同課程要用不同的模型，每換一次，就要找會用指令的助教連進機器改設定；換完還要再告訴全班新的網址和模型名稱。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期末專題一多，同時有好幾組在打模型，記憶體一滿，機器就卡死，助教要跑一趟機房重開。學生的程式碼與作業留在校內是對的，問題不在學生或助教，在缺一個老師自己就能操作的主控台。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真實發生過：我們自己的AI機被吃到卡住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云碩自有機群（兩台AMD AI 395 Strix Halo）的維運紀錄，這也是我們做xConsole的起點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日常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同一台AI 395上，寫程式的模型給同事用，抓資料的清洗模型同時在跑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10月2日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系統記憶體只剩1 GiB可用，置換空間用掉25 GiB，每段要跑67秒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更早以前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記憶體被吃爆時不只一次整台卡死，SSH進不去，只能到機房按電源重開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64208"/>
            <a:ext cx="457200" cy="457200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10月20日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裝上xConsole後，同一台想再載一顆64 GiB模型，試算剩3.2 GiB，擋下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160520"/>
            <a:ext cx="9509760" cy="109728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60520"/>
            <a:ext cx="89611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統一記憶體機被吃爆時不會跳錯誤，而是整台越來越慢；等到發現，往往已經連不進去。要防的不是「現在用了多少」，是「載下去之後最壞剩多少」。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440680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資料來源：云碩自有機群維運紀錄（2026年10月2日記憶體量測）、xConsole准入試算紀錄（2026年10月20日）。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記憶體不夠，先擋下來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不是等整台當掉才知道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老師在網頁上換模型，學生照著設定範例接上，機器不再被吃爆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一頁看懂：誰在用、能做什麼、跑在哪裡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同仁只接觸最上面一層；所有能力跑在單位自己的AI機上</a:t>
            </a:r>
          </a:p>
        </p:txBody>
      </p:sp>
      <p:pic>
        <p:nvPicPr>
          <p:cNvPr id="4" name="xh-layer0" descr="fig-overvie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overvie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overvie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overvie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差在哪：以前靠人記，現在交給主控台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下方數字為2026年10月22日實際執行測試的結果</a:t>
            </a:r>
          </a:p>
        </p:txBody>
      </p:sp>
      <p:pic>
        <p:nvPicPr>
          <p:cNvPr id="4" name="xh-layer0" descr="fig-contrast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5" name="xh-layer1" descr="fig-contrast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6" name="xh-layer2" descr="fig-contrast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記憶體准入：載下去之前，先算最壞剩多少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01・記憶體准入控制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一個模型剛載入時用量不高，等到處理長提示才把記憶體撐開；只看當下用量，就會放行一個稍後會把機器拖垮的載入。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每次啟動、重啟、換模型、調大上下文之前，主控台先算載下去之後最壞剩多少，低於底線就擋，畫面直接說哪一塊不夠、差多少；正在跑的模型重啟時，會先把它自己占的記憶體算回來。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629814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node27-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6" y="2966313"/>
            <a:ext cx="8285870" cy="2154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57216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真實系統畫面（正式環境）：記憶體長條，紅線為安全底線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50992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50992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防的不是現在用了多少，是載下去之後剩多少。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三種記憶體架構，分開算才不會看錯數字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同一條公式套在不同機器上，會給出看起來安全、實際上危險的判斷</a:t>
            </a:r>
          </a:p>
        </p:txBody>
      </p:sp>
      <p:pic>
        <p:nvPicPr>
          <p:cNvPr id="4" name="xh-layer0" descr="fig-memor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memor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memor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memor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網頁上換模型：選一顆，起不來就自動換回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02・換模型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換模型以前要連進機器改設定檔再重啟；改錯一個參數，引擎幾秒就崩，模型就這樣停擺。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視窗同時列出兩種引擎的模型：Qwen3.8家族走Strata，其他GGUF模型（Gemma、gpt-oss、Llama）走llama.cpp。套用時先備份、先試算，再重啟並實際打一次模型清單；打不通就整組換回原本的引擎與模型。跨引擎時同一個網址換人接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652272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652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換模型是點一下的事，失敗也不會留下一台停擺的機器。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616" y="1709928"/>
            <a:ext cx="458180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真實系統畫面（正式環境）：換模型視窗，兩種引擎一起列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模型庫：貼上名稱就下載，下載完就能換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03・模型庫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想試一顆新模型，要知道檔案放哪個資料夾、名稱要怎麼對、磁碟夠不夠；放錯位置，換模型清單裡就看不到。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每台機器一個固定的存放區。在模型庫貼上Hugging Face名稱、選量化就下載，下載前先查磁碟，中斷了會接續；推測解碼用的輔助檔會標出來，中國來源的模型也會標示。下載完立刻出現在換模型清單。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595441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lib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66313"/>
            <a:ext cx="9235440" cy="2119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22842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真實系統畫面（正式環境）：模型庫的存放區與Hugging Face下載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16618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16618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放模型不必懂資料夾規則，下載完就換得過去。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使用者操作流程：從換模型到月報，七個動作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管理者在網頁上操作；同仁只要照設定範例接上；主管拿到的是報告</a:t>
            </a:r>
          </a:p>
        </p:txBody>
      </p:sp>
      <p:pic>
        <p:nvPicPr>
          <p:cNvPr id="4" name="xh-layer0" descr="fig-userflo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5" name="xh-layer1" descr="fig-userflo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6" name="xh-layer2" descr="fig-userflo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7" name="xh-layer3" descr="fig-userflo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8" name="xh-layer4" descr="fig-userflow.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同仁的IDE一頁串好：網址、名稱、上下文、金鑰都在這裡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04・API串接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換完模型，同仁問的永遠是同一件事：網址是什麼、模型名稱要填什麼、上下文可以開多長；工具一多，每個人的設定都不一樣。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API串接頁把這些放在同一頁，也能在網頁上改；依目前設定產出8種工具的設定範例，按一下實測，從本機與經網路各打一次，連工具呼叫一起驗。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同仁照範例貼上，按一次實測，就知道接不接得通。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api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886" y="1709928"/>
            <a:ext cx="446926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真實系統畫面（正式環境）：實測一次，對話約1.5秒、工具呼叫約2.3秒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角色欄位：每台機器缺什麼，一眼看得出來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05・角色欄位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機器上開了哪些服務，以前要連進去一個一個查；哪個是同事在用的關鍵服務，只有負責的人知道。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每台機器以角色排列：主腦、聽覺、說話、記憶、判斷、雙手、眼睛各一格，空著的直接顯示。每格顯示模型、能力、埠號、記憶體與實測速度；關鍵服務停止前多一道確認，並說明停掉會影響誰。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空著的格子就是這台還缺的能力。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node20-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3325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真實系統畫面（正式環境）：Jetson AGX Thor的角色欄位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憑證管理者自己換：上傳、檢查、套用，不必重開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06・HTTPS與憑證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憑證每年要換，以前要請工程師進主機；私鑰不成對、少了中繼憑證，整站就連不上，常常就在憑證過期的那個早上。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第一次開機就是HTTPS。管理者在網頁上傳PFX、PEM或P7B，系統逐項用白話檢查，套用時不重開服務，失敗自動換回；也能直接產生CSR交給憑證廠商。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換憑證變成管理者十分鐘的工作，不必叫工程師。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tls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2753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真實系統畫面（正式環境）：憑證設定順序軸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給主管看的：一份報告講清楚誰在用、用了多少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07・服務使用報告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主管問這幾台AI機到底有沒有人在用、值不值得再買，答案散在各台機器的紀錄裡，整理一次要半天。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主控台每5分鐘記錄各機狀態。報告列出登入與操作次數、GPU耗電、請求數與token量、各機記憶體峰值與低於底線的次數，連主控台自己的問題都會列成待處理事項；一行指令產出Word月報。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報告裡的數字是主控台算的，不是人填的。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26" y="1709928"/>
            <a:ext cx="5335386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真實系統畫面（正式環境）：服務使用報告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不是說說而已：實測數字與交付證據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數字來自2026年10月22日實際執行的測試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214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自動化測試全數通過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記憶體試算、換模型與還原、API串接、憑證、報告與安全測試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8768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7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攻擊式安全測試全數通過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未登入存取、竄改登入、越權、路徑穿越、暴力猜測等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744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真機冒煙測試全數通過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真的Hugging Face下載加真的llama.cpp，跑完即刪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187952"/>
            <a:ext cx="9509760" cy="11887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61104"/>
            <a:ext cx="8961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08576"/>
            <a:ext cx="8961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安全計畫、威脅模型、NIST SSDF對照表、OWASP ASVS L2檢核表、OWASP Top 10對照表、CycloneDX SBOM、弱點掃描報告與自測紀錄。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41264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每次修改都由CI重跑測試與六道安全掃描，全部通過才能合併；尚未做到的項目照實列在缺口清單並訂有期限。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交付時的安全做法：每一項都對得到證據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以資通系統防護基準中級、OWASP ASVS L2為基準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9509760" cy="457200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8988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138988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416" y="138988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8836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836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第一次開機即HTTPS，TLS 1.2以上，http一律轉走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8836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安全測試、HTTPS檢查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40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伺服器端登入票證，登出與換密碼即作廢；15分鐘錯5次即擋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340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安全測試第2、9節</a:t>
            </a:r>
          </a:p>
        </p:txBody>
      </p:sp>
      <p:sp>
        <p:nvSpPr>
          <p:cNvPr id="15" name="zebra"/>
          <p:cNvSpPr/>
          <p:nvPr/>
        </p:nvSpPr>
        <p:spPr>
          <a:xfrm>
            <a:off x="621792" y="27980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98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798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機器間權杖AES-256-GCM加密存放；模型金鑰只顯示一次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798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機密稽核、安全測試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2552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2552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誰、何時、從哪裡、做了什麼；寫入前遮罩，保存400天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2552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ASVS檢核表V16</a:t>
            </a:r>
          </a:p>
        </p:txBody>
      </p:sp>
      <p:sp>
        <p:nvSpPr>
          <p:cNvPr id="22" name="zebra"/>
          <p:cNvSpPr/>
          <p:nvPr/>
        </p:nvSpPr>
        <p:spPr>
          <a:xfrm>
            <a:off x="621792" y="3712463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輸入與路徑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37124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只接受掃描清單內的模型與檔名，路徑一律限定在目錄內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7124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CodeQL、安全測試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供應鏈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41696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依賴釘版本，SBOM與弱點掃描，CI全綠才能合併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1696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SBOM、掃描報告</a:t>
            </a:r>
          </a:p>
        </p:txBody>
      </p:sp>
      <p:sp>
        <p:nvSpPr>
          <p:cNvPr id="29" name="zebra"/>
          <p:cNvSpPr/>
          <p:nvPr/>
        </p:nvSpPr>
        <p:spPr>
          <a:xfrm>
            <a:off x="621792" y="46268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626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626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中國來源的模型在模型庫自動標示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626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模型庫畫面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084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事件應變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5084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知悉後1小時內配合機關通報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安全計畫第5節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教學情境：一學期換好幾次模型，全班要跟著接上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學校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747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教學用的AI機有兩個特性：模型常換（不同課程、不同作業要不同模型）；使用者多（一個班幾十人同時打）。最怕的是換一次模型要停一堂課，或是期末大家一起用時機器被吃爆。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594457"/>
            <a:ext cx="10881360" cy="1093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老師或助教在網頁上換模型，失敗會自動換回；自訂的模型名稱換模型後沿用，學生的設定不用改。API串接頁直接產出各種IDE的設定範例，學生照著貼就能用；開了金鑰，只有拿到金鑰的人才打得進來。上下文與並行數調大前都會先試算，放不下就擋，不會在課堂上把機器吃爆。一台主控台可以同時管研究室與AI教室的多台機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4017264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62de09bfd3914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2184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3584" y="4017264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全班照範例接上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672" y="4017264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9e86f38136ca6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264" y="4218432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4464" y="4017264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金鑰限定使用者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3552" y="4017264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458837b2817e8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44" y="4218432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5344" y="4017264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多台機器一起管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023104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3104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換模型是老師的事，接上模型是學生自己的事，機器交給主控台顧。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一台也管，十台也管：機器變多，設定不用重做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08・部署方式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AI機一台一台買進來，每台各自的設定、各自的筆記；第三台開始，就沒有人說得清全部的狀況。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單機時，主控台直接裝在那台AI機上，開瀏覽器就能用。機器變多時，選一台當主控台，其他機器各裝節點代理；各機的設定不用重做，總覽頁一次看完每台的記憶體與運作中的角色，主控台連各機也走HTTPS並驗證對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從第一台到第十台，用的是同一個主控台。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65" y="1709928"/>
            <a:ext cx="4062109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真實系統畫面（正式環境）：總覽頁，同時管兩台AI 395與一台Jetson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導入前後：學校的四個改變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左邊是今天的做法，右邊是導入xConsole之後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353312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導入前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53312"/>
            <a:ext cx="3547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導入後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55648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55648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找助教連進機器改設定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755648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55648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老師在網頁上選，失敗自動換回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全班接上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7432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每換一次，全班改一次設定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743200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自訂模型名稱沿用，設定範例直接複製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30752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期末尖峰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730752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30752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大家一起用，機器卡死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730752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30752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730752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調大前先試算，放不下就擋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18304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多台機器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718304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718304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研究室與教室各管各的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4718304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718304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718304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一個主控台管多台，狀態一頁看完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8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為什麼是云碩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我們自己每天在用，出問題時改程式的是同一批人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5448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自己每天在用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5448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兩台AMD AI 395與一台Jetson AGX Thor每天由xConsole管著，寫程式的模型與抓資料的引擎都跑在上面。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自有機群經驗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自有GPU機群橫跨NVIDIA與AMD，涵蓋AI 395、Jetson、DGX Spark與多卡伺服器，知道統一記憶體機實際會出什麼問題。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49039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平台自己寫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主控台與節點代理都是自家開發，客戶要改要加，我們動得了原始碼。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84632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照合規流程交付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依SSDLC流程交付安全計畫、威脅模型、SSDF／ASVS／Top 10對照表、SBOM與掃描報告。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導入流程：學校四個階段，每階段都有交付物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全程在單位內網；由云碩工程師到場或依貴單位規定協助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82496"/>
            <a:ext cx="512064" cy="512064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裝上主控台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附在研究室的AI機上，換上校內憑證。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納管機器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研究室與AI教室的機器各裝節點代理，一個主控台一起管。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第一門課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選好這門課要用的模型，開金鑰，把設定範例發給學生。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3368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學期結算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學期末產出使用報告，給系辦與資訊中心看用量與機器狀況。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25696"/>
            <a:ext cx="9509760" cy="9601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425696"/>
            <a:ext cx="8961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開工前請學校確認：研究室與教室的AI機、校內網段與憑證、試辦課程、主控台管理者（老師或助教）。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5961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聯絡窗口　</a:t>
            </a: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　台北・台中・高雄・新竹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95604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xConsole模型主控台　統一記憶體AI機的模型編組與記憶體准入控制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　xCloudinfo Corp. Limited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自主AI・地端部署・資料不離企業內網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Macintosh PowerPoint</Application>
  <PresentationFormat>寬螢幕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 Gothic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淑華 劉</dc:creator>
  <cp:lastModifiedBy>Jefflee | 李偉業</cp:lastModifiedBy>
  <cp:revision>7</cp:revision>
  <dcterms:created xsi:type="dcterms:W3CDTF">2022-03-24T16:16:58Z</dcterms:created>
  <dcterms:modified xsi:type="dcterms:W3CDTF">2025-08-26T10:20:54Z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6a075b-541b-4c25-a188-e153b8d1b061_Enabled">
    <vt:lpwstr>true</vt:lpwstr>
  </property>
  <property fmtid="{D5CDD505-2E9C-101B-9397-08002B2CF9AE}" pid="3" name="MSIP_Label_586a075b-541b-4c25-a188-e153b8d1b061_SetDate">
    <vt:lpwstr>2023-06-28T09:17:47Z</vt:lpwstr>
  </property>
  <property fmtid="{D5CDD505-2E9C-101B-9397-08002B2CF9AE}" pid="4" name="MSIP_Label_586a075b-541b-4c25-a188-e153b8d1b061_Method">
    <vt:lpwstr>Privileged</vt:lpwstr>
  </property>
  <property fmtid="{D5CDD505-2E9C-101B-9397-08002B2CF9AE}" pid="5" name="MSIP_Label_586a075b-541b-4c25-a188-e153b8d1b061_Name">
    <vt:lpwstr>586a075b-541b-4c25-a188-e153b8d1b061</vt:lpwstr>
  </property>
  <property fmtid="{D5CDD505-2E9C-101B-9397-08002B2CF9AE}" pid="6" name="MSIP_Label_586a075b-541b-4c25-a188-e153b8d1b061_SiteId">
    <vt:lpwstr>5b465551-393e-4821-a2b0-5547f20ab78f</vt:lpwstr>
  </property>
  <property fmtid="{D5CDD505-2E9C-101B-9397-08002B2CF9AE}" pid="7" name="MSIP_Label_586a075b-541b-4c25-a188-e153b8d1b061_ActionId">
    <vt:lpwstr>d1c01d11-af79-4ce8-977c-a7e3f37b7722</vt:lpwstr>
  </property>
  <property fmtid="{D5CDD505-2E9C-101B-9397-08002B2CF9AE}" pid="8" name="MSIP_Label_586a075b-541b-4c25-a188-e153b8d1b061_ContentBits">
    <vt:lpwstr>0</vt:lpwstr>
  </property>
</Properties>
</file>