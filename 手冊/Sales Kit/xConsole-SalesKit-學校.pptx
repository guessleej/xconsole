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這頁解客戶什麼問題：開場定位：統一記憶體AI機的模型主控台，核心是載入前的記憶體試算。</a:t>
            </a:r>
          </a:p>
          <a:p>
            <a:r>
              <a:t>話術金句：AI機最怕的不是模型不準，是被吃爆整台卡死；xConsole在載入前就先算好。</a:t>
            </a:r>
          </a:p>
          <a:p>
            <a:r>
              <a:t>可反問客戶：貴單位現在有幾台AI機？上一次整台卡住是什麼時候？</a:t>
            </a:r>
          </a:p>
          <a:p>
            <a:r>
              <a:t>常見疑問應對：客戶問是不是監控軟體：不是，監控看的是現在；主控台管的是載下去之後會不會出事，以及換模型、接IDE這些日常操作。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這頁解客戶什麼問題：先讓客戶點頭「我們就是這樣」，這頁不賣任何東西。</a:t>
            </a:r>
          </a:p>
          <a:p>
            <a:r>
              <a:t>話術金句：問題不在人，在缺一個把這些事收進網頁的主控台。</a:t>
            </a:r>
          </a:p>
          <a:p>
            <a:r>
              <a:t>可反問客戶：貴單位的AI機，現在會操作的有幾位？</a:t>
            </a:r>
          </a:p>
          <a:p>
            <a:r>
              <a:t>常見疑問應對：客戶說我們有監控儀表板：儀表板告訴你現在用了多少，但不會在你多開一個模型之前先算好放不放得下。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這頁解客戶什麼問題：用我們自己的紀錄說明統一記憶體機的風險，讓客戶相信這不是假設。</a:t>
            </a:r>
          </a:p>
          <a:p>
            <a:r>
              <a:t>話術金句：這是我們自己的機器，我們踩過，所以才把擋下來這件事做成每次都會跑的關卡。</a:t>
            </a:r>
          </a:p>
          <a:p>
            <a:r>
              <a:t>可反問客戶：貴單位的AI機，有沒有遇過整台變慢、連不進去的情況？</a:t>
            </a:r>
          </a:p>
          <a:p>
            <a:r>
              <a:t>常見疑問應對：客戶問是不是你們設定錯：是設定沒有關卡。同樣的機器，裝了主控台之後，超過底線的載入會先被擋下並說明差多少。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這頁解客戶什麼問題：一句話定位，讓客戶記得住。</a:t>
            </a:r>
          </a:p>
          <a:p>
            <a:r>
              <a:t>話術金句：我們不賣更快的模型，我們讓AI機不會因為多開一個模型就整台停擺。</a:t>
            </a:r>
          </a:p>
          <a:p>
            <a:r>
              <a:t>可反問客戶：如果AI機停擺半天，貴單位哪些工作會跟著停？</a:t>
            </a:r>
          </a:p>
          <a:p>
            <a:r>
              <a:t>常見疑問應對：客戶問擋下來之後怎麼辦：畫面會說明哪一塊不夠、差多少，可以先停掉別的模型、調小上下文，或確定後選擇仍要執行。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這頁解客戶什麼問題：讓第一次聽的人一頁抓到全貌，後面每一頁都是這張圖的展開。</a:t>
            </a:r>
          </a:p>
          <a:p>
            <a:r>
              <a:t>話術金句：寫程式的同仁、研究團隊、資訊室、主管與稽核，看的是同一個主控台。</a:t>
            </a:r>
          </a:p>
          <a:p>
            <a:r>
              <a:t>可反問客戶：貴單位現在是誰在顧AI機？誰在決定上面跑什麼模型？</a:t>
            </a:r>
          </a:p>
          <a:p>
            <a:r>
              <a:t>常見疑問應對：客戶問一台機器也要裝嗎：要，單機時主控台直接裝在那台AI機上；之後機器變多，各機設定不用重做。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這頁解客戶什麼問題：把以前的做法與主控台對照，回答「為什麼需要這套」。</a:t>
            </a:r>
          </a:p>
          <a:p>
            <a:r>
              <a:t>話術金句：以前這些事都在一兩位工程師的腦袋裡，現在在一個網頁上，誰接手都看得懂。</a:t>
            </a:r>
          </a:p>
          <a:p>
            <a:r>
              <a:t>可反問客戶：貴單位的AI機設定，現在記在哪裡？</a:t>
            </a:r>
          </a:p>
          <a:p>
            <a:r>
              <a:t>常見疑問應對：客戶問214項測試測什麼：涵蓋記憶體試算、換模型與自動還原、API串接、憑證匯入、使用報告，以及52項從攻擊者角度寫的安全測試，每次修改都自動重跑。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這頁解客戶什麼問題：回答主控台最核心的價值：事前擋，不是事後救。</a:t>
            </a:r>
          </a:p>
          <a:p>
            <a:r>
              <a:t>話術金句：記憶體長條上那條紅線就是安全底線，任何載入只要會跨過它，就先被擋下來。</a:t>
            </a:r>
          </a:p>
          <a:p>
            <a:r>
              <a:t>可反問客戶：貴單位現在決定要不要多開一個模型，是看什麼判斷的？</a:t>
            </a:r>
          </a:p>
          <a:p>
            <a:r>
              <a:t>常見疑問應對：客戶問底線怎麼定：預設AI 395系統記憶體留15 GiB、Jetson與DGX留12 GiB，每台可依機型個別調整。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這頁解客戶什麼問題：讓技術背景的聽眾理解，為什麼一般的顯存監控在這些機器上會看錯。</a:t>
            </a:r>
          </a:p>
          <a:p>
            <a:r>
              <a:t>話術金句：AI 395的顯存看起來很寬，真正會把整台拖死的是只剩31 GiB的系統那塊。</a:t>
            </a:r>
          </a:p>
          <a:p>
            <a:r>
              <a:t>可反問客戶：貴單位的AI機是哪一種？知道它的記憶體是怎麼切的嗎？</a:t>
            </a:r>
          </a:p>
          <a:p>
            <a:r>
              <a:t>常見疑問應對：客戶問Jetson為什麼要合併算：它的GPU和系統搶同一塊記憶體，分開算會得到「兩邊各自都還夠」的錯誤結論。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這頁解客戶什麼問題：回應「換模型要找工程師」的痛點，並說明安全網。</a:t>
            </a:r>
          </a:p>
          <a:p>
            <a:r>
              <a:t>話術金句：判斷成功看的是模型真的回得出清單，不是指令有沒有回傳成功。</a:t>
            </a:r>
          </a:p>
          <a:p>
            <a:r>
              <a:t>可反問客戶：貴單位上一次換模型花了多久？有沒有換壞過？</a:t>
            </a:r>
          </a:p>
          <a:p>
            <a:r>
              <a:t>常見疑問應對：客戶問換模型期間會不會中斷：會，該模型要重新載入，約一到數分鐘；其他模型照常運作。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這頁解客戶什麼問題：說明模型怎麼進到機器，以及我們替客戶擋掉的常見錯誤。</a:t>
            </a:r>
          </a:p>
          <a:p>
            <a:r>
              <a:t>話術金句：以前要懂檔案放哪裡，現在只要知道模型的名字。</a:t>
            </a:r>
          </a:p>
          <a:p>
            <a:r>
              <a:t>可反問客戶：貴單位想試新模型時，是誰負責下載與放檔案？</a:t>
            </a:r>
          </a:p>
          <a:p>
            <a:r>
              <a:t>常見疑問應對：客戶問能不能放自己訓練的模型：可以，把GGUF檔複製進存放區，下次打開就會掃到。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這頁解客戶什麼問題：讓客戶看懂誰在什麼時候做什麼，導入時知道要找誰配合。</a:t>
            </a:r>
          </a:p>
          <a:p>
            <a:r>
              <a:t>話術金句：管理者換好模型，同仁照範例接上，主控台每5分鐘記下狀態，月底出報告。</a:t>
            </a:r>
          </a:p>
          <a:p>
            <a:r>
              <a:t>可反問客戶：貴單位誰會是主控台的管理者？</a:t>
            </a:r>
          </a:p>
          <a:p>
            <a:r>
              <a:t>常見疑問應對：客戶問同仁要不要登入主控台：不用，同仁拿到的是模型的網址與金鑰，用自己的IDE直接打模型。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這頁解客戶什麼問題：說明主控台如何把模型交到同仁手上。</a:t>
            </a:r>
          </a:p>
          <a:p>
            <a:r>
              <a:t>話術金句：這一頁回答完，同仁就不必再來問網址和模型名稱。</a:t>
            </a:r>
          </a:p>
          <a:p>
            <a:r>
              <a:t>可反問客戶：貴單位的同仁現在用哪些AI寫程式工具？</a:t>
            </a:r>
          </a:p>
          <a:p>
            <a:r>
              <a:t>常見疑問應對：客戶問金鑰會不會外洩：金鑰只在產生的當下顯示一次，不寫進任何紀錄；忘了就重新產生，舊的立即失效。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這頁解客戶什麼問題：讓非技術主管也看得懂一台AI機上有什麼。</a:t>
            </a:r>
          </a:p>
          <a:p>
            <a:r>
              <a:t>話術金句：用角色而不是模型名稱來排，看得出這台機器現在能做哪些事。</a:t>
            </a:r>
          </a:p>
          <a:p>
            <a:r>
              <a:t>可反問客戶：貴單位的AI機上，現在跑著哪些服務？誰知道？</a:t>
            </a:r>
          </a:p>
          <a:p>
            <a:r>
              <a:t>常見疑問應對：客戶問速度數字從哪來：取自引擎每次處理請求後留下的紀錄，不是手填的規格值。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這頁解客戶什麼問題：回應資安稽核一定會問的傳輸加密，並展示管理者能自己處理。</a:t>
            </a:r>
          </a:p>
          <a:p>
            <a:r>
              <a:t>話術金句：檢查不通過時，畫面直接寫「私鑰和憑證不是同一對」，不是丟一串看不懂的錯誤。</a:t>
            </a:r>
          </a:p>
          <a:p>
            <a:r>
              <a:t>可反問客戶：貴單位的憑證，上一次是誰換的？</a:t>
            </a:r>
          </a:p>
          <a:p>
            <a:r>
              <a:t>常見疑問應對：客戶問到期會不會忘：剩30、14、7、1天各提醒一次，剩7天內每一頁頂端都會出現提醒列。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這頁解客戶什麼問題：給決策者的價值：不用懂技術也看得到設備值不值得。</a:t>
            </a:r>
          </a:p>
          <a:p>
            <a:r>
              <a:t>話術金句：第一次產出報告時，它就把我們自己的三個待處理事項列了出來。</a:t>
            </a:r>
          </a:p>
          <a:p>
            <a:r>
              <a:t>可反問客戶：貴單位現在每個月看得到AI機的哪些數字？</a:t>
            </a:r>
          </a:p>
          <a:p>
            <a:r>
              <a:t>常見疑問應對：客戶問耗電怎麼算：只算GPU晶片回報的功耗，報告會寫明不含CPU與空調；設了電價才換算金額。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這頁解客戶什麼問題：給資安與採購窗口可以查證的數字，而不是形容詞。</a:t>
            </a:r>
          </a:p>
          <a:p>
            <a:r>
              <a:t>話術金句：每個數字都有測試輸出可以翻，我們寧可數字小但對得上。</a:t>
            </a:r>
          </a:p>
          <a:p>
            <a:r>
              <a:t>可反問客戶：貴單位的資安驗收，通常要求哪些文件？</a:t>
            </a:r>
          </a:p>
          <a:p>
            <a:r>
              <a:t>常見疑問應對：客戶問是不是全部符合：不是，模型API目前在內網以http提供、管理者登入尚無兩步驟驗證，都列在缺口清單並有補強期限。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這頁解客戶什麼問題：把安全做法收成一張表，給資安窗口逐項對。</a:t>
            </a:r>
          </a:p>
          <a:p>
            <a:r>
              <a:t>話術金句：每一列右邊都寫了去哪裡查證據，不是口號。</a:t>
            </a:r>
          </a:p>
          <a:p>
            <a:r>
              <a:t>可反問客戶：貴單位的系統定級是普、中還是高？</a:t>
            </a:r>
          </a:p>
          <a:p>
            <a:r>
              <a:t>常見疑問應對：客戶問高級怎麼辦：目前以中級交付；高級要求的第三方滲透測試、兩步驟驗證等，可依採購需求排入。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這頁解客戶什麼問題：對準學校兩個特性：模型常換、使用者多。</a:t>
            </a:r>
          </a:p>
          <a:p>
            <a:r>
              <a:t>話術金句：老師不用學指令，學生不用每次重設，助教不用跑機房。</a:t>
            </a:r>
          </a:p>
          <a:p>
            <a:r>
              <a:t>可反問客戶：貴校的AI機，現在一學期大概換幾次模型？是誰在換？</a:t>
            </a:r>
          </a:p>
          <a:p>
            <a:r>
              <a:t>常見疑問應對：客戶問學生能不能自己換模型：主控台只有管理者能操作；學生拿到的是模型的網址與金鑰，用不到主控台。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這頁解客戶什麼問題：說明導入可以從小開始，之後擴充不必重來。</a:t>
            </a:r>
          </a:p>
          <a:p>
            <a:r>
              <a:t>話術金句：賣一台AI機給客戶時，主控台可以直接附在機器上。</a:t>
            </a:r>
          </a:p>
          <a:p>
            <a:r>
              <a:t>可反問客戶：貴單位明年預計再添幾台AI機？</a:t>
            </a:r>
          </a:p>
          <a:p>
            <a:r>
              <a:t>常見疑問應對：客戶問主控台要多少資源：主控台與節點代理都設有記憶體與CPU上限，避免自己成為壓垮機器的原因。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這頁解客戶什麼問題：用老師和資訊中心都有感的四個場景講前後差異。</a:t>
            </a:r>
          </a:p>
          <a:p>
            <a:r>
              <a:t>話術金句：以前換模型要找助教，以後是老師在網頁上點一下。</a:t>
            </a:r>
          </a:p>
          <a:p>
            <a:r>
              <a:t>可反問客戶：貴校有沒有課程是需要讓學生用大模型寫程式的？</a:t>
            </a:r>
          </a:p>
          <a:p>
            <a:r>
              <a:t>常見疑問應對：客戶問模型怎麼選：主控台不綁模型；交付學校時我們只安裝非中國來源的模型，並在模型庫標示來源。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這頁解客戶什麼問題：回答「為什麼找你們，而不是叫工程師自己寫腳本」。</a:t>
            </a:r>
          </a:p>
          <a:p>
            <a:r>
              <a:t>話術金句：這套主控台是我們自己機群每天在用的，踩過的坑都已經寫進程式裡。</a:t>
            </a:r>
          </a:p>
          <a:p>
            <a:r>
              <a:t>可反問客戶：貴單位過去自己維護AI機，最後卡在哪裡？</a:t>
            </a:r>
          </a:p>
          <a:p>
            <a:r>
              <a:t>常見疑問應對：客戶問有沒有其他客戶：目前在云碩自有機群運作，正在洽談第一批導入單位，可以安排實機展示。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這頁解客戶什麼問題：用一門課試辦，降低學校的導入風險。</a:t>
            </a:r>
          </a:p>
          <a:p>
            <a:r>
              <a:t>話術金句：第一學期只要一門課跑起來，下學期其他老師就會自己來問。</a:t>
            </a:r>
          </a:p>
          <a:p>
            <a:r>
              <a:t>可反問客戶：下學期有沒有哪位老師的課很需要讓學生用校內的大模型？</a:t>
            </a:r>
          </a:p>
          <a:p>
            <a:r>
              <a:t>常見疑問應對：客戶問學生要不要學指令：不用，學生只要把設定範例貼進自己的IDE。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這頁解客戶什麼問題：收尾並約下一步。</a:t>
            </a:r>
          </a:p>
          <a:p>
            <a:r>
              <a:t>話術金句：下一步建議安排一次實機展示：當場多載一顆模型，看它被擋下來；再換一次模型，看它自動驗證。</a:t>
            </a:r>
          </a:p>
          <a:p>
            <a:r>
              <a:t>可反問客戶：什麼時候方便安排展示？貴單位有沒有一台AI機可以當第一台試辦？</a:t>
            </a:r>
          </a:p>
          <a:p>
            <a:r>
              <a:t>常見疑問應對：客戶問報價：依納管機器數另行提供，這份簡報不放價格。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銷售提案Sales Kit・學校版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研究室與AI教室的模型主控台：老師在網頁上換模型，學生的IDE直接接上校內模型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研究室的AI機，學期中換了三次模型，每次都要找同一位助教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325880"/>
            <a:ext cx="9509760" cy="1051560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8961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「老師，這週的課要用哪一顆模型？網址是多少？」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724912"/>
            <a:ext cx="108813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學校買了AI機放在研究室或AI教室，讓學生在校內就能用大模型寫程式、做專題。不同課程要用不同的模型，每換一次，就要找會用指令的助教連進機器改設定；換完還要再告訴全班新的網址和模型名稱。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期末專題一多，同時有好幾組在打模型，記憶體一滿，機器就卡死，助教要跑一趟機房重開。學生的程式碼與作業留在校內是對的，問題不在學生或助教，在缺一個老師自己就能操作的主控台。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真實發生過：我們自己的AI機被吃到卡住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云碩自有機群（兩台AMD AI 395 Strix Halo）的維運紀錄，這也是我們做xConsole的起點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同一台AI 395上，寫程式的模型給同事用，抓資料的清洗模型同時在跑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10月2日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系統記憶體只剩1 GiB可用，置換空間用掉25 GiB，每段要跑67秒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更早以前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記憶體被吃爆時不只一次整台卡死，SSH進不去，只能到機房按電源重開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0" y="1664208"/>
            <a:ext cx="457200" cy="457200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10月20日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裝上xConsole後，同一台想再載一顆64 GiB模型，試算剩3.2 GiB，擋下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16052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60520"/>
            <a:ext cx="8961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統一記憶體機被吃爆時不會跳錯誤，而是整台越來越慢；等到發現，往往已經連不進去。要防的不是「現在用了多少」，是「載下去之後最壞剩多少」。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440680"/>
            <a:ext cx="9509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資料來源：云碩自有機群維運紀錄（2026年10月2日記憶體量測）、xConsole准入試算紀錄（2026年10月20日）。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記憶體不夠，先擋下來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不是等整台當掉才知道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老師在網頁上換模型，學生照著設定範例接上，機器不再被吃爆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一頁看懂：誰在用、能做什麼、跑在哪裡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同仁只接觸最上面一層；所有能力跑在單位自己的AI機上</a:t>
            </a:r>
          </a:p>
        </p:txBody>
      </p:sp>
      <p:pic>
        <p:nvPicPr>
          <p:cNvPr id="4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差在哪：以前靠人記，現在交給主控台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下方數字為2026年10月22日實際執行測試的結果</a:t>
            </a:r>
          </a:p>
        </p:txBody>
      </p:sp>
      <p:pic>
        <p:nvPicPr>
          <p:cNvPr id="4" name="xh-layer0" descr="fig-contrast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5" name="xh-layer1" descr="fig-contrast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6" name="xh-layer2" descr="fig-contrast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記憶體准入：載下去之前，先算最壞剩多少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01・記憶體准入控制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一個模型剛載入時用量不高，等到處理長提示才把記憶體撐開；只看當下用量，就會放行一個稍後會把機器拖垮的載入。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每次啟動、重啟、換模型、調大上下文之前，主控台先算載下去之後最壞剩多少，低於底線就擋，畫面直接說哪一塊不夠、差多少；正在跑的模型重啟時，會先把它自己占的記憶體算回來。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629814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node27-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2966313"/>
            <a:ext cx="8285870" cy="21543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57216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真實系統畫面（正式環境）：記憶體長條，紅線為安全底線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50992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50992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防的不是現在用了多少，是載下去之後剩多少。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三種記憶體架構，分開算才不會看錯數字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同一條公式套在不同機器上，會給出看起來安全、實際上危險的判斷</a:t>
            </a:r>
          </a:p>
        </p:txBody>
      </p:sp>
      <p:pic>
        <p:nvPicPr>
          <p:cNvPr id="4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網頁上換模型：選一顆，起不來就自動換回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02・換模型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換模型以前要連進機器改設定檔再重啟；改錯一個參數，引擎幾秒就崩，模型就這樣停擺。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視窗同時列出兩種引擎的模型：Qwen3.8家族走Strata，其他GGUF模型（Gemma、gpt-oss、Llama）走llama.cpp。套用時先備份、先試算，再重啟並實際打一次模型清單；打不通就整組換回原本的引擎與模型。跨引擎時同一個網址換人接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652272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652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換模型是點一下的事，失敗也不會留下一台停擺的機器。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616" y="1709928"/>
            <a:ext cx="458180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真實系統畫面（正式環境）：換模型視窗，兩種引擎一起列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模型庫：貼上名稱就下載，下載完就能換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03・模型庫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想試一顆新模型，要知道檔案放哪個資料夾、名稱要怎麼對、磁碟夠不夠；放錯位置，換模型清單裡就看不到。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每台機器一個固定的存放區。在模型庫貼上Hugging Face名稱、選量化就下載，下載前先查磁碟，中斷了會接續；推測解碼用的輔助檔會標出來，中國來源的模型也會標示。下載完立刻出現在換模型清單。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595441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lib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66313"/>
            <a:ext cx="9235440" cy="2119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22842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真實系統畫面（正式環境）：模型庫的存放區與Hugging Face下載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16618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16618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放模型不必懂資料夾規則，下載完就換得過去。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使用者操作流程：從換模型到月報，七個動作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管理者在網頁上操作；同仁只要照設定範例接上；主管拿到的是報告</a:t>
            </a:r>
          </a:p>
        </p:txBody>
      </p:sp>
      <p:pic>
        <p:nvPicPr>
          <p:cNvPr id="4" name="xh-layer0" descr="fig-userflo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5" name="xh-layer1" descr="fig-userflo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6" name="xh-layer2" descr="fig-userflo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7" name="xh-layer3" descr="fig-userflo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8" name="xh-layer4" descr="fig-userflow.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同仁的IDE一頁串好：網址、名稱、上下文、金鑰都在這裡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04・API串接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換完模型，同仁問的永遠是同一件事：網址是什麼、模型名稱要填什麼、上下文可以開多長；工具一多，每個人的設定都不一樣。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API串接頁把這些放在同一頁，也能在網頁上改；依目前設定產出8種工具的設定範例，按一下實測，從本機與經網路各打一次，連工具呼叫一起驗。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同仁照範例貼上，按一次實測，就知道接不接得通。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api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886" y="1709928"/>
            <a:ext cx="446926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真實系統畫面（正式環境）：實測一次，對話約1.5秒、工具呼叫約2.3秒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角色欄位：每台機器缺什麼，一眼看得出來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05・角色欄位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機器上開了哪些服務，以前要連進去一個一個查；哪個是同事在用的關鍵服務，只有負責的人知道。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每台機器以角色排列：主腦、聽覺、說話、記憶、判斷、雙手、眼睛各一格，空著的直接顯示。每格顯示模型、能力、埠號、記憶體與實測速度；關鍵服務停止前多一道確認，並說明停掉會影響誰。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空著的格子就是這台還缺的能力。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33257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真實系統畫面（正式環境）：Jetson AGX Thor的角色欄位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憑證管理者自己換：上傳、檢查、套用，不必重開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06・HTTPS與憑證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憑證每年要換，以前要請工程師進主機；私鑰不成對、少了中繼憑證，整站就連不上，常常就在憑證過期的那個早上。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第一次開機就是HTTPS。管理者在網頁上傳PFX、PEM或P7B，系統逐項用白話檢查，套用時不重開服務，失敗自動換回；也能直接產生CSR交給憑證廠商。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換憑證變成管理者十分鐘的工作，不必叫工程師。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tls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2753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真實系統畫面（正式環境）：憑證設定順序軸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給主管看的：一份報告講清楚誰在用、用了多少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07・服務使用報告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主管問這幾台AI機到底有沒有人在用、值不值得再買，答案散在各台機器的紀錄裡，整理一次要半天。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主控台每5分鐘記錄各機狀態。報告列出登入與操作次數、GPU耗電、請求數與token量、各機記憶體峰值與低於底線的次數，連主控台自己的問題都會列成待處理事項；一行指令產出Word月報。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報告裡的數字是主控台算的，不是人填的。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826" y="1709928"/>
            <a:ext cx="5335386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真實系統畫面（正式環境）：服務使用報告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不是說說而已：實測數字與交付證據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數字來自2026年10月22日實際執行的測試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214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自動化測試全數通過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記憶體試算、換模型與還原、API串接、憑證、報告與安全測試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8768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攻擊式安全測試全數通過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未登入存取、竄改登入、越權、路徑穿越、暴力猜測等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744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064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真機冒煙測試全數通過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真的Hugging Face下載加真的llama.cpp，跑完即刪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187952"/>
            <a:ext cx="9509760" cy="11887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61104"/>
            <a:ext cx="8961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608576"/>
            <a:ext cx="89611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安全計畫、威脅模型、NIST SSDF對照表、OWASP ASVS L2檢核表、OWASP Top 10對照表、CycloneDX SBOM、弱點掃描報告與自測紀錄。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每次修改都由CI重跑測試與六道安全掃描，全部通過才能合併；尚未做到的項目照實列在缺口清單並訂有期限。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交付時的安全做法：每一項都對得到證據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9509760" cy="457200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3898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13898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416" y="138988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8836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836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第一次開機即HTTPS，TLS 1.2以上，http一律轉走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8836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安全測試、HTTPS檢查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340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伺服器端登入票證，登出與換密碼即作廢；15分鐘錯5次即擋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340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安全測試第2、9節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980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98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2798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機器間權杖AES-256-GCM加密存放；模型金鑰只顯示一次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98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機密稽核、安全測試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2552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誰、何時、從哪裡、做了什麼；寫入前遮罩，保存400天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32552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ASVS檢核表V16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712463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輸入與路徑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37124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只接受掃描清單內的模型與檔名，路徑一律限定在目錄內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7124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CodeQL、安全測試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1696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供應鏈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1696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依賴釘版本，SBOM與弱點掃描，CI全綠才能合併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1696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SBOM、掃描報告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6268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626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626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中國來源的模型在模型庫自動標示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4626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模型庫畫面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84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事件應變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3472" y="5084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知悉後1小時內配合機關通報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5084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安全計畫第5節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教學情境：一學期換好幾次模型，全班要跟著接上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學校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747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教學用的AI機有兩個特性：模型常換（不同課程、不同作業要不同模型）；使用者多（一個班幾十人同時打）。最怕的是換一次模型要停一堂課，或是期末大家一起用時機器被吃爆。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594457"/>
            <a:ext cx="10881360" cy="1093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老師或助教在網頁上換模型，失敗會自動換回；自訂的模型名稱換模型後沿用，學生的設定不用改。API串接頁直接產出各種IDE的設定範例，學生照著貼就能用；開了金鑰，只有拿到金鑰的人才打得進來。上下文與並行數調大前都會先試算，放不下就擋，不會在課堂上把機器吃爆。一台主控台可以同時管研究室與AI教室的多台機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62de09bfd3914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218432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全班照範例接上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267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9e86f38136ca6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264" y="4218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446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金鑰限定使用者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355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458837b2817e8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44" y="421843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0534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多台機器一起管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5023104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23104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換模型是老師的事，接上模型是學生自己的事，機器交給主控台顧。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一台也管，十台也管：機器變多，設定不用重做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08・部署方式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AI機一台一台買進來，每台各自的設定、各自的筆記；第三台開始，就沒有人說得清全部的狀況。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機時，主控台直接裝在那台AI機上，開瀏覽器就能用。機器變多時，選一台當主控台，其他機器各裝節點代理；各機的設定不用重做，總覽頁一次看完每台的記憶體與運作中的角色，主控台連各機也走HTTPS並驗證對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從第一台到第十台，用的是同一個主控台。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465" y="1709928"/>
            <a:ext cx="4062109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真實系統畫面（正式環境）：總覽頁，同時管兩台AI 395與一台Jetson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導入前後：學校的四個改變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左邊是今天的做法，右邊是導入xConsole之後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353312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導入前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53312"/>
            <a:ext cx="35478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導入後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5564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55648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找助教連進機器改設定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755648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755648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老師在網頁上選，失敗自動換回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43200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全班接上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743200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每換一次，全班改一次設定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743200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743200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自訂模型名稱沿用，設定範例直接複製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30752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期末尖峰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30752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730752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大家一起用，機器卡死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730752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730752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730752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調大前先試算，放不下就擋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718304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多台機器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718304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718304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研究室與教室各管各的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4718304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718304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718304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一個主控台管多台，狀態一頁看完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4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8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為什麼是云碩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我們自己每天在用，出問題時改程式的是同一批人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55448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自己每天在用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55448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兩台AMD AI 395與一台Jetson AGX Thor每天由xConsole管著，寫程式的模型與抓資料的引擎都跑在上面。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65176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自有機群經驗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自有GPU機群橫跨NVIDIA與AMD，涵蓋AI 395、Jetson、DGX Spark與多卡伺服器，知道統一記憶體機實際會出什麼問題。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749039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平台自己寫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49039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主控台與節點代理都是自家開發，客戶要改要加，我們動得了原始碼。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484632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照合規流程交付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4632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依SSDLC流程交付安全計畫、威脅模型、SSDF／ASVS／Top 10對照表、SBOM與掃描報告。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導入流程：學校四個階段，每階段都有交付物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全程在單位內網；由云碩工程師到場或依貴單位規定協助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682496"/>
            <a:ext cx="512064" cy="512064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裝上主控台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附在研究室的AI機上，換上校內憑證。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3872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納管機器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研究室與AI教室的機器各裝節點代理，一個主控台一起管。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3620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第一門課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選好這門課要用的模型，開金鑰，把設定範例發給學生。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3368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3368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學期結算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學期末產出使用報告，給系辦與資訊中心看用量與機器狀況。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25696"/>
            <a:ext cx="9509760" cy="9601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425696"/>
            <a:ext cx="8961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開工前請學校確認：研究室與教室的AI機、校內網段與憑證、試辦課程、主控台管理者（老師或助教）。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59612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聯絡窗口　</a:t>
            </a: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　台北・台中・高雄・新竹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統一記憶體AI機的模型編組與記憶體准入控制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自主AI・地端部署・資料不離企業內網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